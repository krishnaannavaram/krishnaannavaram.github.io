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sldIdLst>
    <p:sldId id="256" r:id="rId2"/>
    <p:sldId id="257" r:id="rId3"/>
    <p:sldId id="258" r:id="rId4"/>
    <p:sldId id="259" r:id="rId5"/>
    <p:sldId id="260" r:id="rId6"/>
    <p:sldId id="261" r:id="rId7"/>
    <p:sldId id="262" r:id="rId8"/>
    <p:sldId id="263" r:id="rId9"/>
    <p:sldId id="265" r:id="rId10"/>
    <p:sldId id="266" r:id="rId11"/>
    <p:sldId id="264"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EDF24C-62EA-E709-00B3-E2A3B07A3B73}" v="32" dt="2025-04-21T00:41:35.689"/>
    <p1510:client id="{72038D34-81D6-688B-3BD2-22FA05451019}" v="2" dt="2025-04-20T15:51:45.455"/>
    <p1510:client id="{83B5ABEA-0765-B0E6-B32C-AA8DFEEF7078}" v="263" dt="2025-04-20T17:37:23.317"/>
    <p1510:client id="{86E9AFCF-FBD3-111F-CBBD-845397C7C258}" v="98" dt="2025-04-20T15:55:36.837"/>
    <p1510:client id="{AB65290F-8848-D8E8-973B-4736DA771547}" v="82" dt="2025-04-21T00:07:06.033"/>
    <p1510:client id="{AE04C081-E5AB-FD7A-CDA9-FDA92605432F}" v="5" dt="2025-04-21T00:24:54.484"/>
    <p1510:client id="{CADA8159-0A2A-6D4C-9ECB-F60DC0265FFC}" v="319" dt="2025-04-21T00:21:32.099"/>
    <p1510:client id="{EF3BE80E-5556-ADDD-45ED-ED0B72CA7F56}" v="175" dt="2025-04-21T00:48:39.4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9B0F7D69-D93C-4C38-A23D-76E000D691CD}"/>
              </a:ext>
            </a:extLst>
          </p:cNvPr>
          <p:cNvSpPr/>
          <p:nvPr/>
        </p:nvSpPr>
        <p:spPr>
          <a:xfrm>
            <a:off x="0" y="0"/>
            <a:ext cx="3496422" cy="6858000"/>
          </a:xfrm>
          <a:custGeom>
            <a:avLst/>
            <a:gdLst>
              <a:gd name="connsiteX0" fmla="*/ 0 w 3496422"/>
              <a:gd name="connsiteY0" fmla="*/ 0 h 6858000"/>
              <a:gd name="connsiteX1" fmla="*/ 1873399 w 3496422"/>
              <a:gd name="connsiteY1" fmla="*/ 0 h 6858000"/>
              <a:gd name="connsiteX2" fmla="*/ 1895523 w 3496422"/>
              <a:gd name="connsiteY2" fmla="*/ 14997 h 6858000"/>
              <a:gd name="connsiteX3" fmla="*/ 3496422 w 3496422"/>
              <a:gd name="connsiteY3" fmla="*/ 3621656 h 6858000"/>
              <a:gd name="connsiteX4" fmla="*/ 1622072 w 3496422"/>
              <a:gd name="connsiteY4" fmla="*/ 6374814 h 6858000"/>
              <a:gd name="connsiteX5" fmla="*/ 1105424 w 3496422"/>
              <a:gd name="connsiteY5" fmla="*/ 6780599 h 6858000"/>
              <a:gd name="connsiteX6" fmla="*/ 993668 w 3496422"/>
              <a:gd name="connsiteY6" fmla="*/ 6858000 h 6858000"/>
              <a:gd name="connsiteX7" fmla="*/ 0 w 349642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4654295" y="1346268"/>
            <a:ext cx="7060135" cy="3285207"/>
          </a:xfrm>
        </p:spPr>
        <p:txBody>
          <a:bodyPr anchor="b">
            <a:noAutofit/>
          </a:bodyPr>
          <a:lstStyle>
            <a:lvl1pPr algn="l">
              <a:lnSpc>
                <a:spcPct val="120000"/>
              </a:lnSpc>
              <a:defRPr sz="540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4662312" y="4631475"/>
            <a:ext cx="7052117" cy="1150200"/>
          </a:xfrm>
        </p:spPr>
        <p:txBody>
          <a:bodyPr lIns="109728" tIns="109728" rIns="109728" bIns="91440" anchor="t">
            <a:normAutofit/>
          </a:bodyPr>
          <a:lstStyle>
            <a:lvl1pPr marL="0" indent="0" algn="l">
              <a:lnSpc>
                <a:spcPct val="130000"/>
              </a:lnSpc>
              <a:buNone/>
              <a:defRPr sz="2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Date Placeholder 9">
            <a:extLst>
              <a:ext uri="{FF2B5EF4-FFF2-40B4-BE49-F238E27FC236}">
                <a16:creationId xmlns:a16="http://schemas.microsoft.com/office/drawing/2014/main" id="{123E5C65-E22A-4865-9449-10140D62B655}"/>
              </a:ext>
            </a:extLst>
          </p:cNvPr>
          <p:cNvSpPr>
            <a:spLocks noGrp="1"/>
          </p:cNvSpPr>
          <p:nvPr>
            <p:ph type="dt" sz="half" idx="10"/>
          </p:nvPr>
        </p:nvSpPr>
        <p:spPr>
          <a:xfrm>
            <a:off x="4654295" y="617415"/>
            <a:ext cx="7123723" cy="457200"/>
          </a:xfrm>
        </p:spPr>
        <p:txBody>
          <a:bodyPr/>
          <a:lstStyle>
            <a:lvl1pPr algn="l">
              <a:defRPr/>
            </a:lvl1pPr>
          </a:lstStyle>
          <a:p>
            <a:fld id="{12241623-A064-4BED-B073-BA4D61433402}" type="datetime1">
              <a:rPr lang="en-US" smtClean="0"/>
              <a:t>4/20/2025</a:t>
            </a:fld>
            <a:endParaRPr lang="en-US"/>
          </a:p>
        </p:txBody>
      </p:sp>
      <p:sp>
        <p:nvSpPr>
          <p:cNvPr id="24" name="Footer Placeholder 23">
            <a:extLst>
              <a:ext uri="{FF2B5EF4-FFF2-40B4-BE49-F238E27FC236}">
                <a16:creationId xmlns:a16="http://schemas.microsoft.com/office/drawing/2014/main" id="{EF9C3DE0-E7F5-4B4D-B5AF-CDE724CE79A3}"/>
              </a:ext>
            </a:extLst>
          </p:cNvPr>
          <p:cNvSpPr>
            <a:spLocks noGrp="1"/>
          </p:cNvSpPr>
          <p:nvPr>
            <p:ph type="ftr" sz="quarter" idx="11"/>
          </p:nvPr>
        </p:nvSpPr>
        <p:spPr>
          <a:xfrm>
            <a:off x="4654295" y="6170490"/>
            <a:ext cx="5588349" cy="457200"/>
          </a:xfrm>
        </p:spPr>
        <p:txBody>
          <a:bodyPr/>
          <a:lstStyle/>
          <a:p>
            <a:endParaRPr lang="en-US"/>
          </a:p>
        </p:txBody>
      </p:sp>
      <p:sp>
        <p:nvSpPr>
          <p:cNvPr id="25" name="Slide Number Placeholder 24">
            <a:extLst>
              <a:ext uri="{FF2B5EF4-FFF2-40B4-BE49-F238E27FC236}">
                <a16:creationId xmlns:a16="http://schemas.microsoft.com/office/drawing/2014/main" id="{48C1E146-840A-4217-B63E-62E5CF8909C2}"/>
              </a:ext>
            </a:extLst>
          </p:cNvPr>
          <p:cNvSpPr>
            <a:spLocks noGrp="1"/>
          </p:cNvSpPr>
          <p:nvPr>
            <p:ph type="sldNum" sz="quarter" idx="12"/>
          </p:nvPr>
        </p:nvSpPr>
        <p:spPr>
          <a:xfrm>
            <a:off x="10515600" y="6170490"/>
            <a:ext cx="1198829" cy="457200"/>
          </a:xfrm>
        </p:spPr>
        <p:txBody>
          <a:bodyPr/>
          <a:lstStyle>
            <a:lvl1pPr algn="r">
              <a:defRPr/>
            </a:lvl1pPr>
          </a:lstStyle>
          <a:p>
            <a:fld id="{FAEF9944-A4F6-4C59-AEBD-678D6480B8EA}" type="slidenum">
              <a:rPr lang="en-US" smtClean="0"/>
              <a:pPr/>
              <a:t>‹#›</a:t>
            </a:fld>
            <a:endParaRPr lang="en-US"/>
          </a:p>
        </p:txBody>
      </p:sp>
      <p:sp>
        <p:nvSpPr>
          <p:cNvPr id="4" name="Freeform: Shape 3">
            <a:extLst>
              <a:ext uri="{FF2B5EF4-FFF2-40B4-BE49-F238E27FC236}">
                <a16:creationId xmlns:a16="http://schemas.microsoft.com/office/drawing/2014/main" id="{8CD419D4-EA9D-42D9-BF62-B07F0B7B672B}"/>
              </a:ext>
            </a:extLst>
          </p:cNvPr>
          <p:cNvSpPr/>
          <p:nvPr/>
        </p:nvSpPr>
        <p:spPr>
          <a:xfrm>
            <a:off x="1375409"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 name="Freeform: Shape 4">
            <a:extLst>
              <a:ext uri="{FF2B5EF4-FFF2-40B4-BE49-F238E27FC236}">
                <a16:creationId xmlns:a16="http://schemas.microsoft.com/office/drawing/2014/main" id="{1C6FEC9B-9608-4181-A9E5-A1B80E72021C}"/>
              </a:ext>
            </a:extLst>
          </p:cNvPr>
          <p:cNvSpPr/>
          <p:nvPr/>
        </p:nvSpPr>
        <p:spPr>
          <a:xfrm>
            <a:off x="115540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 name="Freeform: Shape 5">
            <a:extLst>
              <a:ext uri="{FF2B5EF4-FFF2-40B4-BE49-F238E27FC236}">
                <a16:creationId xmlns:a16="http://schemas.microsoft.com/office/drawing/2014/main" id="{AB1564ED-F26F-451D-97D6-A6EC3E83FD55}"/>
              </a:ext>
            </a:extLst>
          </p:cNvPr>
          <p:cNvSpPr/>
          <p:nvPr/>
        </p:nvSpPr>
        <p:spPr>
          <a:xfrm>
            <a:off x="924161"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2496500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6923EF53-7767-4C94-BEF6-D452927945DA}"/>
              </a:ext>
            </a:extLst>
          </p:cNvPr>
          <p:cNvSpPr>
            <a:spLocks noGrp="1"/>
          </p:cNvSpPr>
          <p:nvPr>
            <p:ph type="dt" sz="half" idx="10"/>
          </p:nvPr>
        </p:nvSpPr>
        <p:spPr/>
        <p:txBody>
          <a:bodyPr/>
          <a:lstStyle/>
          <a:p>
            <a:fld id="{22F3E5F3-28EE-488F-BD53-B744C06C3DEC}" type="datetime1">
              <a:rPr lang="en-US" smtClean="0"/>
              <a:t>4/20/2025</a:t>
            </a:fld>
            <a:endParaRPr lang="en-US"/>
          </a:p>
        </p:txBody>
      </p:sp>
      <p:sp>
        <p:nvSpPr>
          <p:cNvPr id="11" name="Footer Placeholder 10">
            <a:extLst>
              <a:ext uri="{FF2B5EF4-FFF2-40B4-BE49-F238E27FC236}">
                <a16:creationId xmlns:a16="http://schemas.microsoft.com/office/drawing/2014/main" id="{ACF12700-F905-4CFA-970C-C81E05A64D5B}"/>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DA1B1EE2-BCA3-432B-A32D-B04C7F1DD93F}"/>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3852200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84A89F5-6982-40AE-8108-88B93E85C8FF}"/>
              </a:ext>
            </a:extLst>
          </p:cNvPr>
          <p:cNvGrpSpPr/>
          <p:nvPr/>
        </p:nvGrpSpPr>
        <p:grpSpPr>
          <a:xfrm>
            <a:off x="3124577" y="0"/>
            <a:ext cx="4389519" cy="2916937"/>
            <a:chOff x="3124577" y="0"/>
            <a:chExt cx="4389519" cy="2916937"/>
          </a:xfrm>
        </p:grpSpPr>
        <p:sp>
          <p:nvSpPr>
            <p:cNvPr id="49" name="Freeform: Shape 48">
              <a:extLst>
                <a:ext uri="{FF2B5EF4-FFF2-40B4-BE49-F238E27FC236}">
                  <a16:creationId xmlns:a16="http://schemas.microsoft.com/office/drawing/2014/main" id="{B80BED93-E30B-4492-A268-84C33CA4F067}"/>
                </a:ext>
              </a:extLst>
            </p:cNvPr>
            <p:cNvSpPr/>
            <p:nvPr/>
          </p:nvSpPr>
          <p:spPr>
            <a:xfrm>
              <a:off x="3320637" y="0"/>
              <a:ext cx="4013331" cy="2742133"/>
            </a:xfrm>
            <a:custGeom>
              <a:avLst/>
              <a:gdLst>
                <a:gd name="connsiteX0" fmla="*/ 294151 w 4013331"/>
                <a:gd name="connsiteY0" fmla="*/ 0 h 2742133"/>
                <a:gd name="connsiteX1" fmla="*/ 3844057 w 4013331"/>
                <a:gd name="connsiteY1" fmla="*/ 0 h 2742133"/>
                <a:gd name="connsiteX2" fmla="*/ 3892490 w 4013331"/>
                <a:gd name="connsiteY2" fmla="*/ 131440 h 2742133"/>
                <a:gd name="connsiteX3" fmla="*/ 4013331 w 4013331"/>
                <a:gd name="connsiteY3" fmla="*/ 941251 h 2742133"/>
                <a:gd name="connsiteX4" fmla="*/ 3804827 w 4013331"/>
                <a:gd name="connsiteY4" fmla="*/ 1540292 h 2742133"/>
                <a:gd name="connsiteX5" fmla="*/ 3187498 w 4013331"/>
                <a:gd name="connsiteY5" fmla="*/ 2098087 h 2742133"/>
                <a:gd name="connsiteX6" fmla="*/ 3051769 w 4013331"/>
                <a:gd name="connsiteY6" fmla="*/ 2204787 h 2742133"/>
                <a:gd name="connsiteX7" fmla="*/ 1936476 w 4013331"/>
                <a:gd name="connsiteY7" fmla="*/ 2742133 h 2742133"/>
                <a:gd name="connsiteX8" fmla="*/ 467303 w 4013331"/>
                <a:gd name="connsiteY8" fmla="*/ 1868695 h 2742133"/>
                <a:gd name="connsiteX9" fmla="*/ 310732 w 4013331"/>
                <a:gd name="connsiteY9" fmla="*/ 1645244 h 2742133"/>
                <a:gd name="connsiteX10" fmla="*/ 0 w 4013331"/>
                <a:gd name="connsiteY10" fmla="*/ 941251 h 2742133"/>
                <a:gd name="connsiteX11" fmla="*/ 187749 w 4013331"/>
                <a:gd name="connsiteY11" fmla="*/ 183076 h 2742133"/>
                <a:gd name="connsiteX12" fmla="*/ 288888 w 4013331"/>
                <a:gd name="connsiteY12" fmla="*/ 7329 h 274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13331" h="2742133">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0" name="Freeform: Shape 49">
              <a:extLst>
                <a:ext uri="{FF2B5EF4-FFF2-40B4-BE49-F238E27FC236}">
                  <a16:creationId xmlns:a16="http://schemas.microsoft.com/office/drawing/2014/main" id="{965F60C1-CD8B-4326-9B24-3D197CF382A6}"/>
                </a:ext>
              </a:extLst>
            </p:cNvPr>
            <p:cNvSpPr/>
            <p:nvPr/>
          </p:nvSpPr>
          <p:spPr>
            <a:xfrm>
              <a:off x="3566319" y="0"/>
              <a:ext cx="3401415" cy="2440484"/>
            </a:xfrm>
            <a:custGeom>
              <a:avLst/>
              <a:gdLst>
                <a:gd name="connsiteX0" fmla="*/ 332917 w 3401415"/>
                <a:gd name="connsiteY0" fmla="*/ 0 h 2440484"/>
                <a:gd name="connsiteX1" fmla="*/ 3207137 w 3401415"/>
                <a:gd name="connsiteY1" fmla="*/ 0 h 2440484"/>
                <a:gd name="connsiteX2" fmla="*/ 3242654 w 3401415"/>
                <a:gd name="connsiteY2" fmla="*/ 74937 h 2440484"/>
                <a:gd name="connsiteX3" fmla="*/ 3401415 w 3401415"/>
                <a:gd name="connsiteY3" fmla="*/ 914184 h 2440484"/>
                <a:gd name="connsiteX4" fmla="*/ 3224702 w 3401415"/>
                <a:gd name="connsiteY4" fmla="*/ 1421888 h 2440484"/>
                <a:gd name="connsiteX5" fmla="*/ 2701498 w 3401415"/>
                <a:gd name="connsiteY5" fmla="*/ 1894635 h 2440484"/>
                <a:gd name="connsiteX6" fmla="*/ 2586463 w 3401415"/>
                <a:gd name="connsiteY6" fmla="*/ 1985068 h 2440484"/>
                <a:gd name="connsiteX7" fmla="*/ 1641219 w 3401415"/>
                <a:gd name="connsiteY7" fmla="*/ 2440484 h 2440484"/>
                <a:gd name="connsiteX8" fmla="*/ 396053 w 3401415"/>
                <a:gd name="connsiteY8" fmla="*/ 1700219 h 2440484"/>
                <a:gd name="connsiteX9" fmla="*/ 263354 w 3401415"/>
                <a:gd name="connsiteY9" fmla="*/ 1510839 h 2440484"/>
                <a:gd name="connsiteX10" fmla="*/ 0 w 3401415"/>
                <a:gd name="connsiteY10" fmla="*/ 914184 h 2440484"/>
                <a:gd name="connsiteX11" fmla="*/ 159122 w 3401415"/>
                <a:gd name="connsiteY11" fmla="*/ 271610 h 2440484"/>
                <a:gd name="connsiteX12" fmla="*/ 244841 w 3401415"/>
                <a:gd name="connsiteY12" fmla="*/ 122658 h 244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1415" h="2440484">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1" name="Freeform: Shape 50">
              <a:extLst>
                <a:ext uri="{FF2B5EF4-FFF2-40B4-BE49-F238E27FC236}">
                  <a16:creationId xmlns:a16="http://schemas.microsoft.com/office/drawing/2014/main" id="{69511D06-104E-440E-8049-4CDCE4B87E96}"/>
                </a:ext>
              </a:extLst>
            </p:cNvPr>
            <p:cNvSpPr/>
            <p:nvPr/>
          </p:nvSpPr>
          <p:spPr>
            <a:xfrm>
              <a:off x="3232490" y="0"/>
              <a:ext cx="4164597" cy="2817185"/>
            </a:xfrm>
            <a:custGeom>
              <a:avLst/>
              <a:gdLst>
                <a:gd name="connsiteX0" fmla="*/ 237339 w 4130517"/>
                <a:gd name="connsiteY0" fmla="*/ 0 h 2806419"/>
                <a:gd name="connsiteX1" fmla="*/ 3997489 w 4130517"/>
                <a:gd name="connsiteY1" fmla="*/ 0 h 2806419"/>
                <a:gd name="connsiteX2" fmla="*/ 4006148 w 4130517"/>
                <a:gd name="connsiteY2" fmla="*/ 24333 h 2806419"/>
                <a:gd name="connsiteX3" fmla="*/ 4130517 w 4130517"/>
                <a:gd name="connsiteY3" fmla="*/ 887307 h 2806419"/>
                <a:gd name="connsiteX4" fmla="*/ 3915925 w 4130517"/>
                <a:gd name="connsiteY4" fmla="*/ 1525677 h 2806419"/>
                <a:gd name="connsiteX5" fmla="*/ 3280571 w 4130517"/>
                <a:gd name="connsiteY5" fmla="*/ 2120090 h 2806419"/>
                <a:gd name="connsiteX6" fmla="*/ 3140878 w 4130517"/>
                <a:gd name="connsiteY6" fmla="*/ 2233796 h 2806419"/>
                <a:gd name="connsiteX7" fmla="*/ 1993019 w 4130517"/>
                <a:gd name="connsiteY7" fmla="*/ 2806419 h 2806419"/>
                <a:gd name="connsiteX8" fmla="*/ 480948 w 4130517"/>
                <a:gd name="connsiteY8" fmla="*/ 1875638 h 2806419"/>
                <a:gd name="connsiteX9" fmla="*/ 319805 w 4130517"/>
                <a:gd name="connsiteY9" fmla="*/ 1637519 h 2806419"/>
                <a:gd name="connsiteX10" fmla="*/ 0 w 4130517"/>
                <a:gd name="connsiteY10" fmla="*/ 887307 h 2806419"/>
                <a:gd name="connsiteX11" fmla="*/ 193231 w 4130517"/>
                <a:gd name="connsiteY11" fmla="*/ 79360 h 2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2" name="Freeform: Shape 51">
              <a:extLst>
                <a:ext uri="{FF2B5EF4-FFF2-40B4-BE49-F238E27FC236}">
                  <a16:creationId xmlns:a16="http://schemas.microsoft.com/office/drawing/2014/main" id="{164F6B39-7B0A-4839-9F52-1FFA2044F248}"/>
                </a:ext>
              </a:extLst>
            </p:cNvPr>
            <p:cNvSpPr/>
            <p:nvPr/>
          </p:nvSpPr>
          <p:spPr>
            <a:xfrm>
              <a:off x="3124577" y="0"/>
              <a:ext cx="4389519" cy="2916937"/>
            </a:xfrm>
            <a:custGeom>
              <a:avLst/>
              <a:gdLst>
                <a:gd name="connsiteX0" fmla="*/ 208215 w 4389519"/>
                <a:gd name="connsiteY0" fmla="*/ 0 h 2916937"/>
                <a:gd name="connsiteX1" fmla="*/ 4284014 w 4389519"/>
                <a:gd name="connsiteY1" fmla="*/ 0 h 2916937"/>
                <a:gd name="connsiteX2" fmla="*/ 4335794 w 4389519"/>
                <a:gd name="connsiteY2" fmla="*/ 207911 h 2916937"/>
                <a:gd name="connsiteX3" fmla="*/ 4376420 w 4389519"/>
                <a:gd name="connsiteY3" fmla="*/ 1078865 h 2916937"/>
                <a:gd name="connsiteX4" fmla="*/ 4090147 w 4389519"/>
                <a:gd name="connsiteY4" fmla="*/ 1734728 h 2916937"/>
                <a:gd name="connsiteX5" fmla="*/ 3362552 w 4389519"/>
                <a:gd name="connsiteY5" fmla="*/ 2305097 h 2916937"/>
                <a:gd name="connsiteX6" fmla="*/ 3204152 w 4389519"/>
                <a:gd name="connsiteY6" fmla="*/ 2412521 h 2916937"/>
                <a:gd name="connsiteX7" fmla="*/ 1936072 w 4389519"/>
                <a:gd name="connsiteY7" fmla="*/ 2912360 h 2916937"/>
                <a:gd name="connsiteX8" fmla="*/ 421690 w 4389519"/>
                <a:gd name="connsiteY8" fmla="*/ 1787063 h 2916937"/>
                <a:gd name="connsiteX9" fmla="*/ 273167 w 4389519"/>
                <a:gd name="connsiteY9" fmla="*/ 1520080 h 2916937"/>
                <a:gd name="connsiteX10" fmla="*/ 4118 w 4389519"/>
                <a:gd name="connsiteY10" fmla="*/ 696338 h 2916937"/>
                <a:gd name="connsiteX11" fmla="*/ 175984 w 4389519"/>
                <a:gd name="connsiteY11" fmla="*/ 60381 h 291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9519" h="2916937">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8" name="Group 7">
            <a:extLst>
              <a:ext uri="{FF2B5EF4-FFF2-40B4-BE49-F238E27FC236}">
                <a16:creationId xmlns:a16="http://schemas.microsoft.com/office/drawing/2014/main" id="{03099122-D80B-4389-A1CF-52C635217F4B}"/>
              </a:ext>
            </a:extLst>
          </p:cNvPr>
          <p:cNvGrpSpPr/>
          <p:nvPr/>
        </p:nvGrpSpPr>
        <p:grpSpPr>
          <a:xfrm>
            <a:off x="8122942" y="0"/>
            <a:ext cx="4069058" cy="3547008"/>
            <a:chOff x="8122942" y="0"/>
            <a:chExt cx="4069058" cy="3547008"/>
          </a:xfrm>
        </p:grpSpPr>
        <p:sp>
          <p:nvSpPr>
            <p:cNvPr id="54" name="Freeform: Shape 53">
              <a:extLst>
                <a:ext uri="{FF2B5EF4-FFF2-40B4-BE49-F238E27FC236}">
                  <a16:creationId xmlns:a16="http://schemas.microsoft.com/office/drawing/2014/main" id="{CA535D59-CDAA-4AA9-84AC-A6142E857FE2}"/>
                </a:ext>
              </a:extLst>
            </p:cNvPr>
            <p:cNvSpPr/>
            <p:nvPr/>
          </p:nvSpPr>
          <p:spPr>
            <a:xfrm>
              <a:off x="8122942" y="0"/>
              <a:ext cx="4069058" cy="3547008"/>
            </a:xfrm>
            <a:custGeom>
              <a:avLst/>
              <a:gdLst>
                <a:gd name="connsiteX0" fmla="*/ 305212 w 4069058"/>
                <a:gd name="connsiteY0" fmla="*/ 0 h 3547008"/>
                <a:gd name="connsiteX1" fmla="*/ 4069058 w 4069058"/>
                <a:gd name="connsiteY1" fmla="*/ 0 h 3547008"/>
                <a:gd name="connsiteX2" fmla="*/ 4069058 w 4069058"/>
                <a:gd name="connsiteY2" fmla="*/ 2865785 h 3547008"/>
                <a:gd name="connsiteX3" fmla="*/ 3996814 w 4069058"/>
                <a:gd name="connsiteY3" fmla="*/ 2947457 h 3547008"/>
                <a:gd name="connsiteX4" fmla="*/ 2732780 w 4069058"/>
                <a:gd name="connsiteY4" fmla="*/ 3541640 h 3547008"/>
                <a:gd name="connsiteX5" fmla="*/ 1317550 w 4069058"/>
                <a:gd name="connsiteY5" fmla="*/ 3015110 h 3547008"/>
                <a:gd name="connsiteX6" fmla="*/ 1140977 w 4069058"/>
                <a:gd name="connsiteY6" fmla="*/ 2901419 h 3547008"/>
                <a:gd name="connsiteX7" fmla="*/ 330269 w 4069058"/>
                <a:gd name="connsiteY7" fmla="*/ 2297252 h 3547008"/>
                <a:gd name="connsiteX8" fmla="*/ 13299 w 4069058"/>
                <a:gd name="connsiteY8" fmla="*/ 1599966 h 3547008"/>
                <a:gd name="connsiteX9" fmla="*/ 217457 w 4069058"/>
                <a:gd name="connsiteY9" fmla="*/ 178659 h 35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5" name="Freeform: Shape 54">
              <a:extLst>
                <a:ext uri="{FF2B5EF4-FFF2-40B4-BE49-F238E27FC236}">
                  <a16:creationId xmlns:a16="http://schemas.microsoft.com/office/drawing/2014/main" id="{CD6948CC-6D51-4092-887C-B0664DC102C7}"/>
                </a:ext>
              </a:extLst>
            </p:cNvPr>
            <p:cNvSpPr/>
            <p:nvPr/>
          </p:nvSpPr>
          <p:spPr>
            <a:xfrm flipH="1">
              <a:off x="8319994" y="0"/>
              <a:ext cx="3872006" cy="3321595"/>
            </a:xfrm>
            <a:custGeom>
              <a:avLst/>
              <a:gdLst>
                <a:gd name="connsiteX0" fmla="*/ 3466434 w 3872006"/>
                <a:gd name="connsiteY0" fmla="*/ 0 h 3321595"/>
                <a:gd name="connsiteX1" fmla="*/ 65800 w 3872006"/>
                <a:gd name="connsiteY1" fmla="*/ 0 h 3321595"/>
                <a:gd name="connsiteX2" fmla="*/ 0 w 3872006"/>
                <a:gd name="connsiteY2" fmla="*/ 59511 h 3321595"/>
                <a:gd name="connsiteX3" fmla="*/ 0 w 3872006"/>
                <a:gd name="connsiteY3" fmla="*/ 2518435 h 3321595"/>
                <a:gd name="connsiteX4" fmla="*/ 80122 w 3872006"/>
                <a:gd name="connsiteY4" fmla="*/ 2618704 h 3321595"/>
                <a:gd name="connsiteX5" fmla="*/ 1549501 w 3872006"/>
                <a:gd name="connsiteY5" fmla="*/ 3321595 h 3321595"/>
                <a:gd name="connsiteX6" fmla="*/ 2796711 w 3872006"/>
                <a:gd name="connsiteY6" fmla="*/ 2749441 h 3321595"/>
                <a:gd name="connsiteX7" fmla="*/ 2948494 w 3872006"/>
                <a:gd name="connsiteY7" fmla="*/ 2635829 h 3321595"/>
                <a:gd name="connsiteX8" fmla="*/ 3638840 w 3872006"/>
                <a:gd name="connsiteY8" fmla="*/ 2041901 h 3321595"/>
                <a:gd name="connsiteX9" fmla="*/ 3872006 w 3872006"/>
                <a:gd name="connsiteY9" fmla="*/ 1404055 h 3321595"/>
                <a:gd name="connsiteX10" fmla="*/ 3467973 w 3872006"/>
                <a:gd name="connsiteY10" fmla="*/ 1974 h 332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2006" h="3321595">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6" name="Freeform: Shape 55">
              <a:extLst>
                <a:ext uri="{FF2B5EF4-FFF2-40B4-BE49-F238E27FC236}">
                  <a16:creationId xmlns:a16="http://schemas.microsoft.com/office/drawing/2014/main" id="{F5F9FD94-99CC-42AD-8E66-CF99E8FD5A94}"/>
                </a:ext>
              </a:extLst>
            </p:cNvPr>
            <p:cNvSpPr/>
            <p:nvPr/>
          </p:nvSpPr>
          <p:spPr>
            <a:xfrm flipH="1">
              <a:off x="8729240" y="9274"/>
              <a:ext cx="3462454" cy="3010961"/>
            </a:xfrm>
            <a:custGeom>
              <a:avLst/>
              <a:gdLst>
                <a:gd name="connsiteX0" fmla="*/ 2953507 w 3462454"/>
                <a:gd name="connsiteY0" fmla="*/ 0 h 3010961"/>
                <a:gd name="connsiteX1" fmla="*/ 477652 w 3462454"/>
                <a:gd name="connsiteY1" fmla="*/ 0 h 3010961"/>
                <a:gd name="connsiteX2" fmla="*/ 327396 w 3462454"/>
                <a:gd name="connsiteY2" fmla="*/ 113681 h 3010961"/>
                <a:gd name="connsiteX3" fmla="*/ 46554 w 3462454"/>
                <a:gd name="connsiteY3" fmla="*/ 391785 h 3010961"/>
                <a:gd name="connsiteX4" fmla="*/ 0 w 3462454"/>
                <a:gd name="connsiteY4" fmla="*/ 453516 h 3010961"/>
                <a:gd name="connsiteX5" fmla="*/ 0 w 3462454"/>
                <a:gd name="connsiteY5" fmla="*/ 2083461 h 3010961"/>
                <a:gd name="connsiteX6" fmla="*/ 26382 w 3462454"/>
                <a:gd name="connsiteY6" fmla="*/ 2118637 h 3010961"/>
                <a:gd name="connsiteX7" fmla="*/ 101620 w 3462454"/>
                <a:gd name="connsiteY7" fmla="*/ 2222744 h 3010961"/>
                <a:gd name="connsiteX8" fmla="*/ 1494064 w 3462454"/>
                <a:gd name="connsiteY8" fmla="*/ 3010961 h 3010961"/>
                <a:gd name="connsiteX9" fmla="*/ 2551110 w 3462454"/>
                <a:gd name="connsiteY9" fmla="*/ 2526044 h 3010961"/>
                <a:gd name="connsiteX10" fmla="*/ 2679751 w 3462454"/>
                <a:gd name="connsiteY10" fmla="*/ 2429754 h 3010961"/>
                <a:gd name="connsiteX11" fmla="*/ 3264840 w 3462454"/>
                <a:gd name="connsiteY11" fmla="*/ 1926383 h 3010961"/>
                <a:gd name="connsiteX12" fmla="*/ 3462454 w 3462454"/>
                <a:gd name="connsiteY12" fmla="*/ 1385790 h 3010961"/>
                <a:gd name="connsiteX13" fmla="*/ 3018820 w 3462454"/>
                <a:gd name="connsiteY13" fmla="*/ 67626 h 301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2454" h="3010961">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F47D3E70-A759-410D-B5DB-855218E138C3}"/>
                </a:ext>
              </a:extLst>
            </p:cNvPr>
            <p:cNvSpPr/>
            <p:nvPr/>
          </p:nvSpPr>
          <p:spPr>
            <a:xfrm flipH="1">
              <a:off x="8243247" y="9274"/>
              <a:ext cx="3948447" cy="3411460"/>
            </a:xfrm>
            <a:custGeom>
              <a:avLst/>
              <a:gdLst>
                <a:gd name="connsiteX0" fmla="*/ 3564894 w 3904481"/>
                <a:gd name="connsiteY0" fmla="*/ 0 h 3411460"/>
                <a:gd name="connsiteX1" fmla="*/ 0 w 3904481"/>
                <a:gd name="connsiteY1" fmla="*/ 0 h 3411460"/>
                <a:gd name="connsiteX2" fmla="*/ 0 w 3904481"/>
                <a:gd name="connsiteY2" fmla="*/ 2659993 h 3411460"/>
                <a:gd name="connsiteX3" fmla="*/ 1876 w 3904481"/>
                <a:gd name="connsiteY3" fmla="*/ 2662425 h 3411460"/>
                <a:gd name="connsiteX4" fmla="*/ 1514161 w 3904481"/>
                <a:gd name="connsiteY4" fmla="*/ 3411460 h 3411460"/>
                <a:gd name="connsiteX5" fmla="*/ 2797788 w 3904481"/>
                <a:gd name="connsiteY5" fmla="*/ 2801744 h 3411460"/>
                <a:gd name="connsiteX6" fmla="*/ 2954004 w 3904481"/>
                <a:gd name="connsiteY6" fmla="*/ 2680673 h 3411460"/>
                <a:gd name="connsiteX7" fmla="*/ 3664508 w 3904481"/>
                <a:gd name="connsiteY7" fmla="*/ 2047754 h 3411460"/>
                <a:gd name="connsiteX8" fmla="*/ 3904481 w 3904481"/>
                <a:gd name="connsiteY8" fmla="*/ 1368033 h 3411460"/>
                <a:gd name="connsiteX9" fmla="*/ 3596499 w 3904481"/>
                <a:gd name="connsiteY9" fmla="*/ 52268 h 341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4481" h="341146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9" name="Group 8">
            <a:extLst>
              <a:ext uri="{FF2B5EF4-FFF2-40B4-BE49-F238E27FC236}">
                <a16:creationId xmlns:a16="http://schemas.microsoft.com/office/drawing/2014/main" id="{90302A25-2D4F-4AD5-B0E9-C12184C3599E}"/>
              </a:ext>
            </a:extLst>
          </p:cNvPr>
          <p:cNvGrpSpPr/>
          <p:nvPr/>
        </p:nvGrpSpPr>
        <p:grpSpPr>
          <a:xfrm>
            <a:off x="-1" y="1355238"/>
            <a:ext cx="4381339" cy="5510713"/>
            <a:chOff x="0" y="1347287"/>
            <a:chExt cx="4259808" cy="5510713"/>
          </a:xfrm>
        </p:grpSpPr>
        <p:sp>
          <p:nvSpPr>
            <p:cNvPr id="59" name="Freeform: Shape 58">
              <a:extLst>
                <a:ext uri="{FF2B5EF4-FFF2-40B4-BE49-F238E27FC236}">
                  <a16:creationId xmlns:a16="http://schemas.microsoft.com/office/drawing/2014/main" id="{E227AF03-773A-4B1E-8FED-67198038E60D}"/>
                </a:ext>
              </a:extLst>
            </p:cNvPr>
            <p:cNvSpPr/>
            <p:nvPr/>
          </p:nvSpPr>
          <p:spPr>
            <a:xfrm>
              <a:off x="0" y="1676545"/>
              <a:ext cx="4174269" cy="5181455"/>
            </a:xfrm>
            <a:custGeom>
              <a:avLst/>
              <a:gdLst>
                <a:gd name="connsiteX0" fmla="*/ 1155130 w 4174269"/>
                <a:gd name="connsiteY0" fmla="*/ 990 h 5181455"/>
                <a:gd name="connsiteX1" fmla="*/ 2396955 w 4174269"/>
                <a:gd name="connsiteY1" fmla="*/ 367328 h 5181455"/>
                <a:gd name="connsiteX2" fmla="*/ 3827960 w 4174269"/>
                <a:gd name="connsiteY2" fmla="*/ 4749328 h 5181455"/>
                <a:gd name="connsiteX3" fmla="*/ 3561502 w 4174269"/>
                <a:gd name="connsiteY3" fmla="*/ 5090948 h 5181455"/>
                <a:gd name="connsiteX4" fmla="*/ 3452726 w 4174269"/>
                <a:gd name="connsiteY4" fmla="*/ 5181455 h 5181455"/>
                <a:gd name="connsiteX5" fmla="*/ 0 w 4174269"/>
                <a:gd name="connsiteY5" fmla="*/ 5181455 h 5181455"/>
                <a:gd name="connsiteX6" fmla="*/ 0 w 4174269"/>
                <a:gd name="connsiteY6" fmla="*/ 251605 h 5181455"/>
                <a:gd name="connsiteX7" fmla="*/ 157396 w 4174269"/>
                <a:gd name="connsiteY7" fmla="*/ 182600 h 5181455"/>
                <a:gd name="connsiteX8" fmla="*/ 1155130 w 4174269"/>
                <a:gd name="connsiteY8" fmla="*/ 990 h 518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4269" h="5181455">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0" name="Freeform: Shape 59">
              <a:extLst>
                <a:ext uri="{FF2B5EF4-FFF2-40B4-BE49-F238E27FC236}">
                  <a16:creationId xmlns:a16="http://schemas.microsoft.com/office/drawing/2014/main" id="{D6FE8FAD-8A4A-49E1-AFAF-A074482295A9}"/>
                </a:ext>
              </a:extLst>
            </p:cNvPr>
            <p:cNvSpPr/>
            <p:nvPr/>
          </p:nvSpPr>
          <p:spPr>
            <a:xfrm>
              <a:off x="0" y="1347287"/>
              <a:ext cx="4259808" cy="5510713"/>
            </a:xfrm>
            <a:custGeom>
              <a:avLst/>
              <a:gdLst>
                <a:gd name="connsiteX0" fmla="*/ 948905 w 4259808"/>
                <a:gd name="connsiteY0" fmla="*/ 1556 h 5510713"/>
                <a:gd name="connsiteX1" fmla="*/ 2304106 w 4259808"/>
                <a:gd name="connsiteY1" fmla="*/ 405867 h 5510713"/>
                <a:gd name="connsiteX2" fmla="*/ 3890982 w 4259808"/>
                <a:gd name="connsiteY2" fmla="*/ 5156588 h 5510713"/>
                <a:gd name="connsiteX3" fmla="*/ 3680329 w 4259808"/>
                <a:gd name="connsiteY3" fmla="*/ 5445948 h 5510713"/>
                <a:gd name="connsiteX4" fmla="*/ 3616504 w 4259808"/>
                <a:gd name="connsiteY4" fmla="*/ 5510713 h 5510713"/>
                <a:gd name="connsiteX5" fmla="*/ 0 w 4259808"/>
                <a:gd name="connsiteY5" fmla="*/ 5510713 h 5510713"/>
                <a:gd name="connsiteX6" fmla="*/ 0 w 4259808"/>
                <a:gd name="connsiteY6" fmla="*/ 144797 h 5510713"/>
                <a:gd name="connsiteX7" fmla="*/ 164164 w 4259808"/>
                <a:gd name="connsiteY7" fmla="*/ 92266 h 5510713"/>
                <a:gd name="connsiteX8" fmla="*/ 948905 w 4259808"/>
                <a:gd name="connsiteY8" fmla="*/ 1556 h 55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9808" h="5510713">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1" name="Freeform: Shape 60">
              <a:extLst>
                <a:ext uri="{FF2B5EF4-FFF2-40B4-BE49-F238E27FC236}">
                  <a16:creationId xmlns:a16="http://schemas.microsoft.com/office/drawing/2014/main" id="{0A7C4DFB-FDFD-4F28-8B00-287EB75C79EB}"/>
                </a:ext>
              </a:extLst>
            </p:cNvPr>
            <p:cNvSpPr/>
            <p:nvPr/>
          </p:nvSpPr>
          <p:spPr>
            <a:xfrm>
              <a:off x="0" y="1592806"/>
              <a:ext cx="4029221" cy="5265194"/>
            </a:xfrm>
            <a:custGeom>
              <a:avLst/>
              <a:gdLst>
                <a:gd name="connsiteX0" fmla="*/ 812878 w 4029221"/>
                <a:gd name="connsiteY0" fmla="*/ 840 h 5265194"/>
                <a:gd name="connsiteX1" fmla="*/ 960980 w 4029221"/>
                <a:gd name="connsiteY1" fmla="*/ 1442 h 5265194"/>
                <a:gd name="connsiteX2" fmla="*/ 2216856 w 4029221"/>
                <a:gd name="connsiteY2" fmla="*/ 376120 h 5265194"/>
                <a:gd name="connsiteX3" fmla="*/ 3687427 w 4029221"/>
                <a:gd name="connsiteY3" fmla="*/ 4778650 h 5265194"/>
                <a:gd name="connsiteX4" fmla="*/ 3267677 w 4029221"/>
                <a:gd name="connsiteY4" fmla="*/ 5245601 h 5265194"/>
                <a:gd name="connsiteX5" fmla="*/ 3237167 w 4029221"/>
                <a:gd name="connsiteY5" fmla="*/ 5265194 h 5265194"/>
                <a:gd name="connsiteX6" fmla="*/ 0 w 4029221"/>
                <a:gd name="connsiteY6" fmla="*/ 5265194 h 5265194"/>
                <a:gd name="connsiteX7" fmla="*/ 0 w 4029221"/>
                <a:gd name="connsiteY7" fmla="*/ 162790 h 5265194"/>
                <a:gd name="connsiteX8" fmla="*/ 58408 w 4029221"/>
                <a:gd name="connsiteY8" fmla="*/ 139352 h 5265194"/>
                <a:gd name="connsiteX9" fmla="*/ 812878 w 4029221"/>
                <a:gd name="connsiteY9" fmla="*/ 840 h 52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9221" h="5265194">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2" name="Freeform: Shape 61">
              <a:extLst>
                <a:ext uri="{FF2B5EF4-FFF2-40B4-BE49-F238E27FC236}">
                  <a16:creationId xmlns:a16="http://schemas.microsoft.com/office/drawing/2014/main" id="{B6E867DF-0B62-429A-A554-CBE585048439}"/>
                </a:ext>
              </a:extLst>
            </p:cNvPr>
            <p:cNvSpPr/>
            <p:nvPr/>
          </p:nvSpPr>
          <p:spPr>
            <a:xfrm>
              <a:off x="0" y="2147333"/>
              <a:ext cx="3702048" cy="4710667"/>
            </a:xfrm>
            <a:custGeom>
              <a:avLst/>
              <a:gdLst>
                <a:gd name="connsiteX0" fmla="*/ 1057511 w 3702048"/>
                <a:gd name="connsiteY0" fmla="*/ 1243 h 4710667"/>
                <a:gd name="connsiteX1" fmla="*/ 2139959 w 3702048"/>
                <a:gd name="connsiteY1" fmla="*/ 324180 h 4710667"/>
                <a:gd name="connsiteX2" fmla="*/ 3407455 w 3702048"/>
                <a:gd name="connsiteY2" fmla="*/ 4118750 h 4710667"/>
                <a:gd name="connsiteX3" fmla="*/ 2754080 w 3702048"/>
                <a:gd name="connsiteY3" fmla="*/ 4690965 h 4710667"/>
                <a:gd name="connsiteX4" fmla="*/ 2711405 w 3702048"/>
                <a:gd name="connsiteY4" fmla="*/ 4710667 h 4710667"/>
                <a:gd name="connsiteX5" fmla="*/ 0 w 3702048"/>
                <a:gd name="connsiteY5" fmla="*/ 4710667 h 4710667"/>
                <a:gd name="connsiteX6" fmla="*/ 0 w 3702048"/>
                <a:gd name="connsiteY6" fmla="*/ 239601 h 4710667"/>
                <a:gd name="connsiteX7" fmla="*/ 72857 w 3702048"/>
                <a:gd name="connsiteY7" fmla="*/ 203063 h 4710667"/>
                <a:gd name="connsiteX8" fmla="*/ 1057511 w 3702048"/>
                <a:gd name="connsiteY8" fmla="*/ 1243 h 471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048" h="4710667">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p:cNvSpPr>
            <a:spLocks noGrp="1"/>
          </p:cNvSpPr>
          <p:nvPr>
            <p:ph type="title"/>
          </p:nvPr>
        </p:nvSpPr>
        <p:spPr>
          <a:xfrm>
            <a:off x="4654296" y="3420734"/>
            <a:ext cx="6665976" cy="2129674"/>
          </a:xfrm>
        </p:spPr>
        <p:txBody>
          <a:bodyPr anchor="b">
            <a:noAutofit/>
          </a:bodyPr>
          <a:lstStyle>
            <a:lvl1pPr algn="l">
              <a:lnSpc>
                <a:spcPct val="110000"/>
              </a:lnSpc>
              <a:defRPr sz="4800" cap="none" baseline="0">
                <a:solidFill>
                  <a:schemeClr val="tx1">
                    <a:lumMod val="75000"/>
                    <a:lumOff val="25000"/>
                  </a:schemeClr>
                </a:solidFill>
              </a:defRPr>
            </a:lvl1pPr>
          </a:lstStyle>
          <a:p>
            <a:r>
              <a:rPr lang="en-US"/>
              <a:t>Click to edit Master title style</a:t>
            </a:r>
          </a:p>
        </p:txBody>
      </p:sp>
      <p:sp>
        <p:nvSpPr>
          <p:cNvPr id="23" name="Footer Placeholder 22">
            <a:extLst>
              <a:ext uri="{FF2B5EF4-FFF2-40B4-BE49-F238E27FC236}">
                <a16:creationId xmlns:a16="http://schemas.microsoft.com/office/drawing/2014/main" id="{E197B67B-BA44-4D2A-B31D-35A89323C4B1}"/>
              </a:ext>
            </a:extLst>
          </p:cNvPr>
          <p:cNvSpPr>
            <a:spLocks noGrp="1"/>
          </p:cNvSpPr>
          <p:nvPr>
            <p:ph type="ftr" sz="quarter" idx="11"/>
          </p:nvPr>
        </p:nvSpPr>
        <p:spPr>
          <a:xfrm>
            <a:off x="4654296" y="6170490"/>
            <a:ext cx="5713314" cy="457200"/>
          </a:xfrm>
        </p:spPr>
        <p:txBody>
          <a:bodyPr/>
          <a:lstStyle/>
          <a:p>
            <a:endParaRPr lang="en-US"/>
          </a:p>
        </p:txBody>
      </p:sp>
      <p:sp>
        <p:nvSpPr>
          <p:cNvPr id="27" name="Slide Number Placeholder 26">
            <a:extLst>
              <a:ext uri="{FF2B5EF4-FFF2-40B4-BE49-F238E27FC236}">
                <a16:creationId xmlns:a16="http://schemas.microsoft.com/office/drawing/2014/main" id="{1D718595-24D3-4517-A62E-C1F493407AAE}"/>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
        <p:nvSpPr>
          <p:cNvPr id="3" name="Text Placeholder 2"/>
          <p:cNvSpPr>
            <a:spLocks noGrp="1"/>
          </p:cNvSpPr>
          <p:nvPr>
            <p:ph type="body" idx="1"/>
          </p:nvPr>
        </p:nvSpPr>
        <p:spPr>
          <a:xfrm>
            <a:off x="4654295" y="5550408"/>
            <a:ext cx="6665975" cy="512064"/>
          </a:xfrm>
        </p:spPr>
        <p:txBody>
          <a:bodyPr>
            <a:normAutofit/>
          </a:bodyPr>
          <a:lstStyle>
            <a:lvl1pPr marL="0" indent="0" algn="l">
              <a:lnSpc>
                <a:spcPct val="130000"/>
              </a:lnSpc>
              <a:spcBef>
                <a:spcPts val="0"/>
              </a:spcBef>
              <a:buNone/>
              <a:defRPr sz="200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Date Placeholder 17">
            <a:extLst>
              <a:ext uri="{FF2B5EF4-FFF2-40B4-BE49-F238E27FC236}">
                <a16:creationId xmlns:a16="http://schemas.microsoft.com/office/drawing/2014/main" id="{3C6217BB-A228-414D-92D9-E1D1EFEB8BE6}"/>
              </a:ext>
            </a:extLst>
          </p:cNvPr>
          <p:cNvSpPr>
            <a:spLocks noGrp="1"/>
          </p:cNvSpPr>
          <p:nvPr>
            <p:ph type="dt" sz="half" idx="10"/>
          </p:nvPr>
        </p:nvSpPr>
        <p:spPr>
          <a:xfrm>
            <a:off x="640080" y="6170491"/>
            <a:ext cx="2840083" cy="457200"/>
          </a:xfrm>
        </p:spPr>
        <p:txBody>
          <a:bodyPr/>
          <a:lstStyle>
            <a:lvl1pPr algn="l">
              <a:defRPr/>
            </a:lvl1pPr>
          </a:lstStyle>
          <a:p>
            <a:fld id="{E72EB70D-CD01-44DA-83B3-8FEB3383D307}" type="datetime1">
              <a:rPr lang="en-US" smtClean="0"/>
              <a:t>4/20/2025</a:t>
            </a:fld>
            <a:endParaRPr lang="en-US"/>
          </a:p>
        </p:txBody>
      </p:sp>
    </p:spTree>
    <p:extLst>
      <p:ext uri="{BB962C8B-B14F-4D97-AF65-F5344CB8AC3E}">
        <p14:creationId xmlns:p14="http://schemas.microsoft.com/office/powerpoint/2010/main" val="175985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92024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3029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C1D6427-F07F-4D50-B151-455100AF70FF}"/>
              </a:ext>
            </a:extLst>
          </p:cNvPr>
          <p:cNvSpPr>
            <a:spLocks noGrp="1"/>
          </p:cNvSpPr>
          <p:nvPr>
            <p:ph type="dt" sz="half" idx="10"/>
          </p:nvPr>
        </p:nvSpPr>
        <p:spPr/>
        <p:txBody>
          <a:bodyPr/>
          <a:lstStyle/>
          <a:p>
            <a:fld id="{D0158CFD-9357-46BE-A189-D637A67C8730}" type="datetime1">
              <a:rPr lang="en-US" smtClean="0"/>
              <a:t>4/20/2025</a:t>
            </a:fld>
            <a:endParaRPr lang="en-US"/>
          </a:p>
        </p:txBody>
      </p:sp>
      <p:sp>
        <p:nvSpPr>
          <p:cNvPr id="9" name="Footer Placeholder 8">
            <a:extLst>
              <a:ext uri="{FF2B5EF4-FFF2-40B4-BE49-F238E27FC236}">
                <a16:creationId xmlns:a16="http://schemas.microsoft.com/office/drawing/2014/main" id="{479EFBB2-C5E0-4D57-AB1D-3AA907ECFD72}"/>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7AE6B7E1-F60B-4D08-9052-423D6FBFAD64}"/>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1513595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2456408"/>
            <a:ext cx="4160520" cy="823912"/>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24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30290" y="2456408"/>
            <a:ext cx="4160520" cy="823912"/>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6530290"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3771BF97-4D2A-43A4-8CDC-2250017EB045}"/>
              </a:ext>
            </a:extLst>
          </p:cNvPr>
          <p:cNvSpPr>
            <a:spLocks noGrp="1"/>
          </p:cNvSpPr>
          <p:nvPr>
            <p:ph type="dt" sz="half" idx="10"/>
          </p:nvPr>
        </p:nvSpPr>
        <p:spPr/>
        <p:txBody>
          <a:bodyPr/>
          <a:lstStyle/>
          <a:p>
            <a:fld id="{7B4742EE-B331-4632-BD10-A82FED6B6FC0}" type="datetime1">
              <a:rPr lang="en-US" smtClean="0"/>
              <a:t>4/20/2025</a:t>
            </a:fld>
            <a:endParaRPr lang="en-US"/>
          </a:p>
        </p:txBody>
      </p:sp>
      <p:sp>
        <p:nvSpPr>
          <p:cNvPr id="11" name="Footer Placeholder 10">
            <a:extLst>
              <a:ext uri="{FF2B5EF4-FFF2-40B4-BE49-F238E27FC236}">
                <a16:creationId xmlns:a16="http://schemas.microsoft.com/office/drawing/2014/main" id="{6020661A-DA07-4679-9226-945B5DD2480C}"/>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EEFCE38B-E087-4988-BC3A-FE3B55E70D7E}"/>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
        <p:nvSpPr>
          <p:cNvPr id="13" name="Title 12">
            <a:extLst>
              <a:ext uri="{FF2B5EF4-FFF2-40B4-BE49-F238E27FC236}">
                <a16:creationId xmlns:a16="http://schemas.microsoft.com/office/drawing/2014/main" id="{D3BC439C-E995-4E1F-8DE9-75C32785E00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11950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CF30096C-3491-4EF2-ABB2-D57F3F4B5BD5}"/>
              </a:ext>
            </a:extLst>
          </p:cNvPr>
          <p:cNvSpPr>
            <a:spLocks noGrp="1"/>
          </p:cNvSpPr>
          <p:nvPr>
            <p:ph type="dt" sz="half" idx="10"/>
          </p:nvPr>
        </p:nvSpPr>
        <p:spPr/>
        <p:txBody>
          <a:bodyPr/>
          <a:lstStyle/>
          <a:p>
            <a:fld id="{451BA835-D13F-49F4-8F11-5D576AC65FAD}" type="datetime1">
              <a:rPr lang="en-US" smtClean="0"/>
              <a:t>4/20/2025</a:t>
            </a:fld>
            <a:endParaRPr lang="en-US"/>
          </a:p>
        </p:txBody>
      </p:sp>
      <p:sp>
        <p:nvSpPr>
          <p:cNvPr id="7" name="Footer Placeholder 6">
            <a:extLst>
              <a:ext uri="{FF2B5EF4-FFF2-40B4-BE49-F238E27FC236}">
                <a16:creationId xmlns:a16="http://schemas.microsoft.com/office/drawing/2014/main" id="{79DA3A85-7147-4F32-944A-B079AF5147E2}"/>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EEDDF50D-95C0-4DA2-BBC6-41774FAC1404}"/>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2610582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09BEFCA-6D6F-4F26-823F-C86CA694B830}"/>
              </a:ext>
            </a:extLst>
          </p:cNvPr>
          <p:cNvSpPr>
            <a:spLocks noGrp="1"/>
          </p:cNvSpPr>
          <p:nvPr>
            <p:ph type="dt" sz="half" idx="10"/>
          </p:nvPr>
        </p:nvSpPr>
        <p:spPr/>
        <p:txBody>
          <a:bodyPr/>
          <a:lstStyle/>
          <a:p>
            <a:fld id="{ADBD1799-ACB5-4CB2-86A2-5C574F1C8706}" type="datetime1">
              <a:rPr lang="en-US" smtClean="0"/>
              <a:t>4/20/2025</a:t>
            </a:fld>
            <a:endParaRPr lang="en-US"/>
          </a:p>
        </p:txBody>
      </p:sp>
      <p:sp>
        <p:nvSpPr>
          <p:cNvPr id="6" name="Footer Placeholder 5">
            <a:extLst>
              <a:ext uri="{FF2B5EF4-FFF2-40B4-BE49-F238E27FC236}">
                <a16:creationId xmlns:a16="http://schemas.microsoft.com/office/drawing/2014/main" id="{BC2EE2C9-E87D-4495-9EDA-6BC0EDC270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5557A9-903F-4B36-8B06-D9EADF230508}"/>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26167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76488" y="640080"/>
            <a:ext cx="3227715" cy="2551751"/>
          </a:xfrm>
        </p:spPr>
        <p:txBody>
          <a:bodyPr anchor="b">
            <a:normAutofit/>
          </a:bodyPr>
          <a:lstStyle>
            <a:lvl1pPr>
              <a:lnSpc>
                <a:spcPct val="104000"/>
              </a:lnSpc>
              <a:defRPr sz="3400"/>
            </a:lvl1pPr>
          </a:lstStyle>
          <a:p>
            <a:r>
              <a:rPr lang="en-US"/>
              <a:t>Click to edit Master title style</a:t>
            </a:r>
          </a:p>
        </p:txBody>
      </p:sp>
      <p:sp>
        <p:nvSpPr>
          <p:cNvPr id="3" name="Content Placeholder 2"/>
          <p:cNvSpPr>
            <a:spLocks noGrp="1"/>
          </p:cNvSpPr>
          <p:nvPr>
            <p:ph idx="1"/>
          </p:nvPr>
        </p:nvSpPr>
        <p:spPr>
          <a:xfrm>
            <a:off x="1280160" y="640080"/>
            <a:ext cx="6949440" cy="545591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BB904BE8-2080-4FFA-9239-A8929E28FAD9}"/>
              </a:ext>
            </a:extLst>
          </p:cNvPr>
          <p:cNvSpPr>
            <a:spLocks noGrp="1"/>
          </p:cNvSpPr>
          <p:nvPr>
            <p:ph type="dt" sz="half" idx="10"/>
          </p:nvPr>
        </p:nvSpPr>
        <p:spPr>
          <a:xfrm>
            <a:off x="8476488" y="6170491"/>
            <a:ext cx="2214322" cy="457200"/>
          </a:xfrm>
        </p:spPr>
        <p:txBody>
          <a:bodyPr/>
          <a:lstStyle/>
          <a:p>
            <a:fld id="{ED5DD0D6-7A82-473E-879B-C6ECD6CCCFEC}" type="datetime1">
              <a:rPr lang="en-US" smtClean="0"/>
              <a:t>4/20/2025</a:t>
            </a:fld>
            <a:endParaRPr lang="en-US"/>
          </a:p>
        </p:txBody>
      </p:sp>
      <p:sp>
        <p:nvSpPr>
          <p:cNvPr id="9" name="Footer Placeholder 8">
            <a:extLst>
              <a:ext uri="{FF2B5EF4-FFF2-40B4-BE49-F238E27FC236}">
                <a16:creationId xmlns:a16="http://schemas.microsoft.com/office/drawing/2014/main" id="{ED5580C6-5CD7-4CDD-977D-0533C84F2F45}"/>
              </a:ext>
            </a:extLst>
          </p:cNvPr>
          <p:cNvSpPr>
            <a:spLocks noGrp="1"/>
          </p:cNvSpPr>
          <p:nvPr>
            <p:ph type="ftr" sz="quarter" idx="11"/>
          </p:nvPr>
        </p:nvSpPr>
        <p:spPr>
          <a:xfrm>
            <a:off x="1280160" y="6170490"/>
            <a:ext cx="6949440" cy="457200"/>
          </a:xfrm>
        </p:spPr>
        <p:txBody>
          <a:bodyPr/>
          <a:lstStyle/>
          <a:p>
            <a:endParaRPr lang="en-US"/>
          </a:p>
        </p:txBody>
      </p:sp>
      <p:sp>
        <p:nvSpPr>
          <p:cNvPr id="10" name="Slide Number Placeholder 9">
            <a:extLst>
              <a:ext uri="{FF2B5EF4-FFF2-40B4-BE49-F238E27FC236}">
                <a16:creationId xmlns:a16="http://schemas.microsoft.com/office/drawing/2014/main" id="{518D0320-9B66-443F-8E28-8BCF07E082BD}"/>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422050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0" y="0"/>
            <a:ext cx="8102651"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Date Placeholder 10">
            <a:extLst>
              <a:ext uri="{FF2B5EF4-FFF2-40B4-BE49-F238E27FC236}">
                <a16:creationId xmlns:a16="http://schemas.microsoft.com/office/drawing/2014/main" id="{41C2A9DB-B176-4069-8734-5B4ED352BA2B}"/>
              </a:ext>
            </a:extLst>
          </p:cNvPr>
          <p:cNvSpPr>
            <a:spLocks noGrp="1"/>
          </p:cNvSpPr>
          <p:nvPr>
            <p:ph type="dt" sz="half" idx="10"/>
          </p:nvPr>
        </p:nvSpPr>
        <p:spPr>
          <a:xfrm>
            <a:off x="8476488" y="6170491"/>
            <a:ext cx="2214322" cy="457200"/>
          </a:xfrm>
        </p:spPr>
        <p:txBody>
          <a:bodyPr/>
          <a:lstStyle/>
          <a:p>
            <a:fld id="{D4605E03-BC17-41A7-854C-DFAB672737DC}" type="datetime1">
              <a:rPr lang="en-US" smtClean="0"/>
              <a:t>4/20/2025</a:t>
            </a:fld>
            <a:endParaRPr lang="en-US"/>
          </a:p>
        </p:txBody>
      </p:sp>
      <p:sp>
        <p:nvSpPr>
          <p:cNvPr id="12" name="Footer Placeholder 11">
            <a:extLst>
              <a:ext uri="{FF2B5EF4-FFF2-40B4-BE49-F238E27FC236}">
                <a16:creationId xmlns:a16="http://schemas.microsoft.com/office/drawing/2014/main" id="{430F9A2F-C2C4-4E1C-B4B3-07ED84F28CE8}"/>
              </a:ext>
            </a:extLst>
          </p:cNvPr>
          <p:cNvSpPr>
            <a:spLocks noGrp="1"/>
          </p:cNvSpPr>
          <p:nvPr>
            <p:ph type="ftr" sz="quarter" idx="11"/>
          </p:nvPr>
        </p:nvSpPr>
        <p:spPr>
          <a:xfrm>
            <a:off x="1280160" y="6170490"/>
            <a:ext cx="6464410" cy="457200"/>
          </a:xfrm>
        </p:spPr>
        <p:txBody>
          <a:bodyPr/>
          <a:lstStyle>
            <a:lvl1pPr>
              <a:defRPr b="1">
                <a:solidFill>
                  <a:srgbClr val="FFFFFF"/>
                </a:solidFill>
                <a:effectLst>
                  <a:outerShdw blurRad="50800" dist="38100" dir="2700000" algn="tl" rotWithShape="0">
                    <a:prstClr val="black">
                      <a:alpha val="43000"/>
                    </a:prstClr>
                  </a:outerShdw>
                </a:effectLst>
              </a:defRPr>
            </a:lvl1pPr>
          </a:lstStyle>
          <a:p>
            <a:endParaRPr lang="en-US"/>
          </a:p>
        </p:txBody>
      </p:sp>
      <p:sp>
        <p:nvSpPr>
          <p:cNvPr id="13" name="Slide Number Placeholder 12">
            <a:extLst>
              <a:ext uri="{FF2B5EF4-FFF2-40B4-BE49-F238E27FC236}">
                <a16:creationId xmlns:a16="http://schemas.microsoft.com/office/drawing/2014/main" id="{F9BFA0A0-2117-4A10-9DAA-080C21559CF3}"/>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4278151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397E4A-EB6A-4FA6-AA4F-69EA0C70FDC9}"/>
              </a:ext>
            </a:extLst>
          </p:cNvPr>
          <p:cNvSpPr>
            <a:spLocks noGrp="1"/>
          </p:cNvSpPr>
          <p:nvPr>
            <p:ph type="dt" sz="half" idx="10"/>
          </p:nvPr>
        </p:nvSpPr>
        <p:spPr/>
        <p:txBody>
          <a:bodyPr/>
          <a:lstStyle/>
          <a:p>
            <a:fld id="{6F86ED0C-1DA7-41F0-94CF-6218B1FEDFF1}" type="datetime1">
              <a:rPr lang="en-US" smtClean="0"/>
              <a:t>4/20/2025</a:t>
            </a:fld>
            <a:endParaRPr lang="en-US"/>
          </a:p>
        </p:txBody>
      </p:sp>
      <p:sp>
        <p:nvSpPr>
          <p:cNvPr id="8" name="Footer Placeholder 7">
            <a:extLst>
              <a:ext uri="{FF2B5EF4-FFF2-40B4-BE49-F238E27FC236}">
                <a16:creationId xmlns:a16="http://schemas.microsoft.com/office/drawing/2014/main" id="{051A2F5D-7AC4-4F91-965A-7B6A45D6F4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6E8B86-CDB8-482F-9D9F-1BFDA3638B3E}"/>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3082118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9277965" y="6296615"/>
            <a:ext cx="2505996" cy="365125"/>
          </a:xfrm>
        </p:spPr>
        <p:txBody>
          <a:bodyPr/>
          <a:lstStyle/>
          <a:p>
            <a:fld id="{EECF02AB-6034-4B88-BC5A-7C17CB0EF809}" type="datetime1">
              <a:rPr lang="en-US" smtClean="0"/>
              <a:t>4/20/2025</a:t>
            </a:fld>
            <a:endParaRPr lang="en-US"/>
          </a:p>
        </p:txBody>
      </p:sp>
      <p:sp>
        <p:nvSpPr>
          <p:cNvPr id="5" name="Footer Placeholder 4"/>
          <p:cNvSpPr>
            <a:spLocks noGrp="1"/>
          </p:cNvSpPr>
          <p:nvPr>
            <p:ph type="ftr" sz="quarter" idx="11"/>
          </p:nvPr>
        </p:nvSpPr>
        <p:spPr>
          <a:xfrm>
            <a:off x="2933699" y="6296615"/>
            <a:ext cx="5959577" cy="365125"/>
          </a:xfrm>
        </p:spPr>
        <p:txBody>
          <a:bodyPr/>
          <a:lstStyle/>
          <a:p>
            <a:endParaRPr lang="en-US"/>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2693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0240" y="442220"/>
            <a:ext cx="8770571" cy="1345269"/>
          </a:xfrm>
          <a:prstGeom prst="rect">
            <a:avLst/>
          </a:prstGeom>
        </p:spPr>
        <p:txBody>
          <a:bodyPr vert="horz" lIns="109728" tIns="109728" rIns="109728" bIns="91440" rtlCol="0" anchor="b">
            <a:normAutofit/>
          </a:bodyPr>
          <a:lstStyle/>
          <a:p>
            <a:r>
              <a:rPr lang="en-US"/>
              <a:t>Click to edit Master title style</a:t>
            </a:r>
          </a:p>
        </p:txBody>
      </p:sp>
      <p:sp>
        <p:nvSpPr>
          <p:cNvPr id="3" name="Text Placeholder 2"/>
          <p:cNvSpPr>
            <a:spLocks noGrp="1"/>
          </p:cNvSpPr>
          <p:nvPr>
            <p:ph type="body" idx="1"/>
          </p:nvPr>
        </p:nvSpPr>
        <p:spPr>
          <a:xfrm>
            <a:off x="1920240" y="2312276"/>
            <a:ext cx="8770571" cy="3651504"/>
          </a:xfrm>
          <a:prstGeom prst="rect">
            <a:avLst/>
          </a:prstGeom>
        </p:spPr>
        <p:txBody>
          <a:bodyPr vert="horz" lIns="109728" tIns="109728" rIns="109728"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50727" y="6170491"/>
            <a:ext cx="2840083" cy="457200"/>
          </a:xfrm>
          <a:prstGeom prst="rect">
            <a:avLst/>
          </a:prstGeom>
        </p:spPr>
        <p:txBody>
          <a:bodyPr vert="horz" lIns="109728" tIns="109728" rIns="109728" bIns="91440" rtlCol="0" anchor="ctr"/>
          <a:lstStyle>
            <a:lvl1pPr algn="r">
              <a:defRPr sz="1100" spc="150" baseline="0">
                <a:solidFill>
                  <a:schemeClr val="tx1">
                    <a:lumMod val="75000"/>
                    <a:lumOff val="25000"/>
                  </a:schemeClr>
                </a:solidFill>
                <a:latin typeface="+mj-lt"/>
              </a:defRPr>
            </a:lvl1pPr>
          </a:lstStyle>
          <a:p>
            <a:fld id="{C4408324-A84C-4A45-93B6-78D079CCE772}" type="datetime1">
              <a:rPr lang="en-US" smtClean="0"/>
              <a:t>4/20/2025</a:t>
            </a:fld>
            <a:endParaRPr lang="en-US"/>
          </a:p>
        </p:txBody>
      </p:sp>
      <p:sp>
        <p:nvSpPr>
          <p:cNvPr id="5" name="Footer Placeholder 4"/>
          <p:cNvSpPr>
            <a:spLocks noGrp="1"/>
          </p:cNvSpPr>
          <p:nvPr>
            <p:ph type="ftr" sz="quarter" idx="3"/>
          </p:nvPr>
        </p:nvSpPr>
        <p:spPr>
          <a:xfrm>
            <a:off x="1920240" y="6170490"/>
            <a:ext cx="5667375" cy="457200"/>
          </a:xfrm>
          <a:prstGeom prst="rect">
            <a:avLst/>
          </a:prstGeom>
        </p:spPr>
        <p:txBody>
          <a:bodyPr vert="horz" lIns="109728" tIns="109728" rIns="109728" bIns="91440" rtlCol="0" anchor="ctr"/>
          <a:lstStyle>
            <a:lvl1pPr algn="l">
              <a:defRPr sz="1100" spc="150" baseline="0">
                <a:solidFill>
                  <a:schemeClr val="tx1">
                    <a:lumMod val="75000"/>
                    <a:lumOff val="25000"/>
                  </a:schemeClr>
                </a:solidFill>
                <a:latin typeface="+mj-lt"/>
              </a:defRPr>
            </a:lvl1pPr>
          </a:lstStyle>
          <a:p>
            <a:endParaRPr lang="en-US"/>
          </a:p>
        </p:txBody>
      </p:sp>
      <p:sp>
        <p:nvSpPr>
          <p:cNvPr id="6" name="Slide Number Placeholder 5"/>
          <p:cNvSpPr>
            <a:spLocks noGrp="1"/>
          </p:cNvSpPr>
          <p:nvPr>
            <p:ph type="sldNum" sz="quarter" idx="4"/>
          </p:nvPr>
        </p:nvSpPr>
        <p:spPr>
          <a:xfrm>
            <a:off x="10853744" y="6170490"/>
            <a:ext cx="1188720" cy="457200"/>
          </a:xfrm>
          <a:prstGeom prst="rect">
            <a:avLst/>
          </a:prstGeom>
        </p:spPr>
        <p:txBody>
          <a:bodyPr vert="horz" lIns="109728" tIns="109728" rIns="109728" bIns="91440" rtlCol="0" anchor="b"/>
          <a:lstStyle>
            <a:lvl1pPr algn="r">
              <a:defRPr sz="1600" b="1" baseline="0">
                <a:solidFill>
                  <a:schemeClr val="tx1">
                    <a:lumMod val="75000"/>
                    <a:lumOff val="25000"/>
                  </a:schemeClr>
                </a:solidFill>
                <a:latin typeface="+mj-lt"/>
              </a:defRPr>
            </a:lvl1pPr>
          </a:lstStyle>
          <a:p>
            <a:pPr algn="l"/>
            <a:fld id="{FAEF9944-A4F6-4C59-AEBD-678D6480B8EA}" type="slidenum">
              <a:rPr lang="en-US" smtClean="0"/>
              <a:pPr algn="l"/>
              <a:t>‹#›</a:t>
            </a:fld>
            <a:endParaRPr lang="en-US"/>
          </a:p>
        </p:txBody>
      </p:sp>
      <p:cxnSp>
        <p:nvCxnSpPr>
          <p:cNvPr id="9" name="Straight Connector 8" title="Rule Line">
            <a:extLst>
              <a:ext uri="{FF2B5EF4-FFF2-40B4-BE49-F238E27FC236}">
                <a16:creationId xmlns:a16="http://schemas.microsoft.com/office/drawing/2014/main" id="{430127AE-B29E-4FDF-99D2-A2F1E7003F74}"/>
              </a:ext>
            </a:extLst>
          </p:cNvPr>
          <p:cNvCxnSpPr/>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9138040"/>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7" r:id="rId6"/>
    <p:sldLayoutId id="2147483732" r:id="rId7"/>
    <p:sldLayoutId id="2147483733" r:id="rId8"/>
    <p:sldLayoutId id="2147483734" r:id="rId9"/>
    <p:sldLayoutId id="2147483736" r:id="rId10"/>
    <p:sldLayoutId id="2147483735" r:id="rId11"/>
  </p:sldLayoutIdLst>
  <p:hf sldNum="0" hdr="0" ftr="0" dt="0"/>
  <p:txStyles>
    <p:title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F1EC5FD1-165D-091E-8ACB-3E9D2305DEEE}"/>
              </a:ext>
            </a:extLst>
          </p:cNvPr>
          <p:cNvSpPr>
            <a:spLocks noGrp="1"/>
          </p:cNvSpPr>
          <p:nvPr>
            <p:ph type="ctrTitle"/>
          </p:nvPr>
        </p:nvSpPr>
        <p:spPr>
          <a:xfrm>
            <a:off x="1180531" y="1346268"/>
            <a:ext cx="5274860" cy="3066706"/>
          </a:xfrm>
        </p:spPr>
        <p:txBody>
          <a:bodyPr anchor="b">
            <a:normAutofit/>
          </a:bodyPr>
          <a:lstStyle/>
          <a:p>
            <a:pPr>
              <a:lnSpc>
                <a:spcPct val="110000"/>
              </a:lnSpc>
            </a:pPr>
            <a:r>
              <a:rPr lang="en-US" sz="4200" b="0" i="0" u="none" strike="noStrike">
                <a:effectLst/>
                <a:latin typeface="Arial" panose="020B0604020202020204" pitchFamily="34" charset="0"/>
              </a:rPr>
              <a:t>MedEval: G-Eval for Clinical</a:t>
            </a:r>
            <a:br>
              <a:rPr lang="en-US" sz="4200"/>
            </a:br>
            <a:r>
              <a:rPr lang="en-US" sz="4200" b="0" i="0" u="none" strike="noStrike">
                <a:effectLst/>
                <a:latin typeface="Arial" panose="020B0604020202020204" pitchFamily="34" charset="0"/>
              </a:rPr>
              <a:t>Summarization</a:t>
            </a:r>
            <a:br>
              <a:rPr lang="en-US" sz="4200"/>
            </a:br>
            <a:endParaRPr lang="en-US" sz="4200"/>
          </a:p>
        </p:txBody>
      </p:sp>
      <p:sp>
        <p:nvSpPr>
          <p:cNvPr id="3" name="Subtitle 2">
            <a:extLst>
              <a:ext uri="{FF2B5EF4-FFF2-40B4-BE49-F238E27FC236}">
                <a16:creationId xmlns:a16="http://schemas.microsoft.com/office/drawing/2014/main" id="{3A920AD1-787E-1A71-C7DB-311D428F539A}"/>
              </a:ext>
            </a:extLst>
          </p:cNvPr>
          <p:cNvSpPr>
            <a:spLocks noGrp="1"/>
          </p:cNvSpPr>
          <p:nvPr>
            <p:ph type="subTitle" idx="1"/>
          </p:nvPr>
        </p:nvSpPr>
        <p:spPr>
          <a:xfrm>
            <a:off x="1187101" y="3834419"/>
            <a:ext cx="4538135" cy="2154743"/>
          </a:xfrm>
        </p:spPr>
        <p:txBody>
          <a:bodyPr vert="horz" lIns="109728" tIns="109728" rIns="109728" bIns="91440" rtlCol="0" anchor="t">
            <a:noAutofit/>
          </a:bodyPr>
          <a:lstStyle/>
          <a:p>
            <a:pPr>
              <a:lnSpc>
                <a:spcPct val="120000"/>
              </a:lnSpc>
            </a:pPr>
            <a:r>
              <a:rPr lang="en-US" sz="1100" b="0" i="0" u="none" strike="noStrike">
                <a:effectLst/>
                <a:latin typeface="Arial"/>
                <a:cs typeface="Arial"/>
              </a:rPr>
              <a:t>Harini Varanasi</a:t>
            </a:r>
            <a:br>
              <a:rPr lang="en-US" sz="1100"/>
            </a:br>
            <a:r>
              <a:rPr lang="en-US" sz="1100" b="0" i="0" u="none" strike="noStrike">
                <a:effectLst/>
                <a:latin typeface="Arial"/>
                <a:cs typeface="Arial"/>
              </a:rPr>
              <a:t>11747338</a:t>
            </a:r>
            <a:br>
              <a:rPr lang="en-US" sz="1100"/>
            </a:br>
            <a:r>
              <a:rPr lang="en-US" sz="1100" b="0" i="0" u="none" strike="noStrike">
                <a:effectLst/>
                <a:latin typeface="Arial"/>
                <a:cs typeface="Arial"/>
              </a:rPr>
              <a:t>Akhila </a:t>
            </a:r>
            <a:r>
              <a:rPr lang="en-US" sz="1100" b="0" i="0" u="none" strike="noStrike" err="1">
                <a:effectLst/>
                <a:latin typeface="Arial"/>
                <a:cs typeface="Arial"/>
              </a:rPr>
              <a:t>Madanapati</a:t>
            </a:r>
            <a:br>
              <a:rPr lang="en-US" sz="1100"/>
            </a:br>
            <a:r>
              <a:rPr lang="en-US" sz="1100" b="0" i="0" u="none" strike="noStrike">
                <a:effectLst/>
                <a:latin typeface="Arial"/>
                <a:cs typeface="Arial"/>
              </a:rPr>
              <a:t>11710780</a:t>
            </a:r>
            <a:br>
              <a:rPr lang="en-US" sz="1100"/>
            </a:br>
            <a:r>
              <a:rPr lang="en-US" sz="1100" b="0" i="0" u="none" strike="noStrike">
                <a:effectLst/>
                <a:latin typeface="Arial"/>
                <a:cs typeface="Arial"/>
              </a:rPr>
              <a:t>Anjali </a:t>
            </a:r>
            <a:r>
              <a:rPr lang="en-US" sz="1100" b="0" i="0" u="none" strike="noStrike" err="1">
                <a:effectLst/>
                <a:latin typeface="Arial"/>
                <a:cs typeface="Arial"/>
              </a:rPr>
              <a:t>Bheemireddy</a:t>
            </a:r>
            <a:br>
              <a:rPr lang="en-US" sz="1100"/>
            </a:br>
            <a:r>
              <a:rPr lang="en-US" sz="1100" b="0" i="0" u="none" strike="noStrike">
                <a:effectLst/>
                <a:latin typeface="Arial"/>
                <a:cs typeface="Arial"/>
              </a:rPr>
              <a:t>11659436</a:t>
            </a:r>
            <a:br>
              <a:rPr lang="en-US" sz="1100"/>
            </a:br>
            <a:r>
              <a:rPr lang="en-US" sz="1100" b="0" i="0" u="none" strike="noStrike">
                <a:effectLst/>
                <a:latin typeface="Arial"/>
                <a:cs typeface="Arial"/>
              </a:rPr>
              <a:t>Drashti </a:t>
            </a:r>
            <a:r>
              <a:rPr lang="en-US" sz="1100" b="0" i="0" u="none" strike="noStrike" err="1">
                <a:effectLst/>
                <a:latin typeface="Arial"/>
                <a:cs typeface="Arial"/>
              </a:rPr>
              <a:t>Miteshkumar</a:t>
            </a:r>
            <a:r>
              <a:rPr lang="en-US" sz="1100" b="0" i="0" u="none" strike="noStrike">
                <a:effectLst/>
                <a:latin typeface="Arial"/>
                <a:cs typeface="Arial"/>
              </a:rPr>
              <a:t> Mehta</a:t>
            </a:r>
            <a:br>
              <a:rPr lang="en-US" sz="1100"/>
            </a:br>
            <a:r>
              <a:rPr lang="en-US" sz="1100" b="0" i="0" u="none" strike="noStrike">
                <a:effectLst/>
                <a:latin typeface="Arial"/>
                <a:cs typeface="Arial"/>
              </a:rPr>
              <a:t>11686504</a:t>
            </a:r>
            <a:endParaRPr lang="en-US" sz="1100">
              <a:latin typeface="Arial"/>
              <a:cs typeface="Arial"/>
            </a:endParaRPr>
          </a:p>
        </p:txBody>
      </p:sp>
      <p:sp>
        <p:nvSpPr>
          <p:cNvPr id="11" name="Freeform: Shape 10">
            <a:extLst>
              <a:ext uri="{FF2B5EF4-FFF2-40B4-BE49-F238E27FC236}">
                <a16:creationId xmlns:a16="http://schemas.microsoft.com/office/drawing/2014/main" id="{C7D887A3-61AD-4674-BC53-8DFA8CF7B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2">
            <a:extLst>
              <a:ext uri="{FF2B5EF4-FFF2-40B4-BE49-F238E27FC236}">
                <a16:creationId xmlns:a16="http://schemas.microsoft.com/office/drawing/2014/main" id="{479F0FB3-8461-462D-84A2-53106FBF4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53480"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9" name="Freeform: Shape 14">
            <a:extLst>
              <a:ext uri="{FF2B5EF4-FFF2-40B4-BE49-F238E27FC236}">
                <a16:creationId xmlns:a16="http://schemas.microsoft.com/office/drawing/2014/main" id="{11E3C311-4E8A-45D9-97BF-07F5FD3469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88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4" name="Picture 3">
            <a:extLst>
              <a:ext uri="{FF2B5EF4-FFF2-40B4-BE49-F238E27FC236}">
                <a16:creationId xmlns:a16="http://schemas.microsoft.com/office/drawing/2014/main" id="{6CA515EC-5109-7BBA-CD0C-3C9CE0D71C97}"/>
              </a:ext>
            </a:extLst>
          </p:cNvPr>
          <p:cNvPicPr>
            <a:picLocks noChangeAspect="1"/>
          </p:cNvPicPr>
          <p:nvPr/>
        </p:nvPicPr>
        <p:blipFill>
          <a:blip r:embed="rId2"/>
          <a:srcRect l="26122" r="-2" b="-2"/>
          <a:stretch/>
        </p:blipFill>
        <p:spPr>
          <a:xfrm>
            <a:off x="7187979" y="10"/>
            <a:ext cx="5004021"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1337261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7B775-69F3-B8A0-75C5-3F520D765D4A}"/>
              </a:ext>
            </a:extLst>
          </p:cNvPr>
          <p:cNvSpPr>
            <a:spLocks noGrp="1"/>
          </p:cNvSpPr>
          <p:nvPr>
            <p:ph type="title"/>
          </p:nvPr>
        </p:nvSpPr>
        <p:spPr/>
        <p:txBody>
          <a:bodyPr/>
          <a:lstStyle/>
          <a:p>
            <a:r>
              <a:rPr lang="en-US"/>
              <a:t>Introduction</a:t>
            </a:r>
          </a:p>
        </p:txBody>
      </p:sp>
      <p:sp>
        <p:nvSpPr>
          <p:cNvPr id="3" name="Content Placeholder 2">
            <a:extLst>
              <a:ext uri="{FF2B5EF4-FFF2-40B4-BE49-F238E27FC236}">
                <a16:creationId xmlns:a16="http://schemas.microsoft.com/office/drawing/2014/main" id="{F7DC66F4-FF15-6D92-E9F0-F601170062BA}"/>
              </a:ext>
            </a:extLst>
          </p:cNvPr>
          <p:cNvSpPr>
            <a:spLocks noGrp="1"/>
          </p:cNvSpPr>
          <p:nvPr>
            <p:ph idx="1"/>
          </p:nvPr>
        </p:nvSpPr>
        <p:spPr>
          <a:xfrm>
            <a:off x="1920240" y="2312276"/>
            <a:ext cx="8770571" cy="4103504"/>
          </a:xfrm>
        </p:spPr>
        <p:txBody>
          <a:bodyPr>
            <a:normAutofit lnSpcReduction="10000"/>
          </a:bodyPr>
          <a:lstStyle/>
          <a:p>
            <a:r>
              <a:rPr lang="en-US" sz="1500" b="1"/>
              <a:t>Why the Need for Clinical Summarization?</a:t>
            </a:r>
          </a:p>
          <a:p>
            <a:r>
              <a:rPr lang="en-US" sz="1500"/>
              <a:t>In medical settings, accurate and brief summaries of clinical notes matter for the safe and efficient decision-making.</a:t>
            </a:r>
          </a:p>
          <a:p>
            <a:r>
              <a:rPr lang="en-US" sz="1500" b="1"/>
              <a:t>Limitations Related to Traditional Evaluation:</a:t>
            </a:r>
          </a:p>
          <a:p>
            <a:r>
              <a:rPr lang="en-US" sz="1500"/>
              <a:t>Metrics like ROUGE and BLEU are unable to take contextual accuracy, coherence, completeness and actionability into account, and the particular case in point is complex medical text. </a:t>
            </a:r>
          </a:p>
          <a:p>
            <a:r>
              <a:rPr lang="en-US" sz="1500" b="1"/>
              <a:t>What MedEval does?</a:t>
            </a:r>
          </a:p>
          <a:p>
            <a:r>
              <a:rPr lang="en-US" sz="1500"/>
              <a:t>It considers LLMs (e.g., LLaMA-2, Mistral 7B) to evaluate generated clinical summaries through a more human-centered approach rather than through simple lexical overlap.</a:t>
            </a:r>
          </a:p>
          <a:p>
            <a:endParaRPr lang="en-US"/>
          </a:p>
          <a:p>
            <a:endParaRPr lang="en-US"/>
          </a:p>
        </p:txBody>
      </p:sp>
    </p:spTree>
    <p:extLst>
      <p:ext uri="{BB962C8B-B14F-4D97-AF65-F5344CB8AC3E}">
        <p14:creationId xmlns:p14="http://schemas.microsoft.com/office/powerpoint/2010/main" val="4271792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B5262-7B05-9EE3-3373-DEFF4B404CB4}"/>
              </a:ext>
            </a:extLst>
          </p:cNvPr>
          <p:cNvSpPr>
            <a:spLocks noGrp="1"/>
          </p:cNvSpPr>
          <p:nvPr>
            <p:ph type="title"/>
          </p:nvPr>
        </p:nvSpPr>
        <p:spPr/>
        <p:txBody>
          <a:bodyPr/>
          <a:lstStyle/>
          <a:p>
            <a:r>
              <a:rPr lang="en-US"/>
              <a:t>Base Paper</a:t>
            </a:r>
          </a:p>
        </p:txBody>
      </p:sp>
      <p:sp>
        <p:nvSpPr>
          <p:cNvPr id="3" name="Content Placeholder 2">
            <a:extLst>
              <a:ext uri="{FF2B5EF4-FFF2-40B4-BE49-F238E27FC236}">
                <a16:creationId xmlns:a16="http://schemas.microsoft.com/office/drawing/2014/main" id="{A5A9662C-4FF8-71BF-B6C0-8C837456FEE2}"/>
              </a:ext>
            </a:extLst>
          </p:cNvPr>
          <p:cNvSpPr>
            <a:spLocks noGrp="1"/>
          </p:cNvSpPr>
          <p:nvPr>
            <p:ph idx="1"/>
          </p:nvPr>
        </p:nvSpPr>
        <p:spPr/>
        <p:txBody>
          <a:bodyPr vert="horz" lIns="109728" tIns="109728" rIns="109728" bIns="91440" rtlCol="0" anchor="t">
            <a:noAutofit/>
          </a:bodyPr>
          <a:lstStyle/>
          <a:p>
            <a:r>
              <a:rPr lang="en-US" sz="1600" b="1"/>
              <a:t>Human-Aligned, NLG Evaluation based on G-Eval (Liu et al., 2023)</a:t>
            </a:r>
            <a:endParaRPr lang="en-US" sz="1600" b="1">
              <a:ea typeface="Meiryo"/>
            </a:endParaRPr>
          </a:p>
          <a:p>
            <a:r>
              <a:rPr lang="en-US" sz="1600"/>
              <a:t>This publication collects results on the using GTP-4 to model human judgment in evaluating generated texts. It is found to show more agreement with human evaluators in terms of fluency, relevance, and coherence.</a:t>
            </a:r>
            <a:endParaRPr lang="en-US" sz="1600">
              <a:ea typeface="Meiryo"/>
            </a:endParaRPr>
          </a:p>
        </p:txBody>
      </p:sp>
    </p:spTree>
    <p:extLst>
      <p:ext uri="{BB962C8B-B14F-4D97-AF65-F5344CB8AC3E}">
        <p14:creationId xmlns:p14="http://schemas.microsoft.com/office/powerpoint/2010/main" val="3598061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B8B40-2A97-62E0-C2D6-3A9F4C715D6C}"/>
              </a:ext>
            </a:extLst>
          </p:cNvPr>
          <p:cNvSpPr>
            <a:spLocks noGrp="1"/>
          </p:cNvSpPr>
          <p:nvPr>
            <p:ph type="title"/>
          </p:nvPr>
        </p:nvSpPr>
        <p:spPr>
          <a:xfrm>
            <a:off x="1920240" y="620815"/>
            <a:ext cx="8770571" cy="1119051"/>
          </a:xfrm>
        </p:spPr>
        <p:txBody>
          <a:bodyPr/>
          <a:lstStyle/>
          <a:p>
            <a:r>
              <a:rPr lang="en-US" dirty="0">
                <a:ea typeface="+mj-lt"/>
                <a:cs typeface="+mj-lt"/>
              </a:rPr>
              <a:t>Existing Methodology</a:t>
            </a:r>
            <a:endParaRPr lang="en-US" dirty="0"/>
          </a:p>
        </p:txBody>
      </p:sp>
      <p:sp>
        <p:nvSpPr>
          <p:cNvPr id="3" name="Content Placeholder 2">
            <a:extLst>
              <a:ext uri="{FF2B5EF4-FFF2-40B4-BE49-F238E27FC236}">
                <a16:creationId xmlns:a16="http://schemas.microsoft.com/office/drawing/2014/main" id="{12DF1B5A-E53B-0860-D7A0-75EAFA65B47A}"/>
              </a:ext>
            </a:extLst>
          </p:cNvPr>
          <p:cNvSpPr>
            <a:spLocks noGrp="1"/>
          </p:cNvSpPr>
          <p:nvPr>
            <p:ph idx="1"/>
          </p:nvPr>
        </p:nvSpPr>
        <p:spPr>
          <a:xfrm>
            <a:off x="1455896" y="2550402"/>
            <a:ext cx="9496852" cy="4068222"/>
          </a:xfrm>
        </p:spPr>
        <p:txBody>
          <a:bodyPr vert="horz" lIns="109728" tIns="109728" rIns="109728" bIns="91440" rtlCol="0" anchor="t">
            <a:normAutofit fontScale="55000" lnSpcReduction="20000"/>
          </a:bodyPr>
          <a:lstStyle/>
          <a:p>
            <a:pPr>
              <a:buFont typeface="Arial" panose="020B0503020204020204" pitchFamily="34" charset="0"/>
              <a:buChar char="•"/>
            </a:pPr>
            <a:r>
              <a:rPr lang="en-US" sz="2700" dirty="0">
                <a:solidFill>
                  <a:srgbClr val="000000"/>
                </a:solidFill>
                <a:latin typeface="Calibri"/>
                <a:ea typeface="Calibri"/>
                <a:cs typeface="Calibri"/>
              </a:rPr>
              <a:t> </a:t>
            </a:r>
            <a:r>
              <a:rPr lang="en-US" sz="2700" b="1" dirty="0">
                <a:solidFill>
                  <a:srgbClr val="000000"/>
                </a:solidFill>
                <a:latin typeface="Calibri"/>
                <a:ea typeface="Calibri"/>
                <a:cs typeface="Calibri"/>
              </a:rPr>
              <a:t>Traditional Metrics</a:t>
            </a:r>
            <a:r>
              <a:rPr lang="en-US" sz="2700" dirty="0">
                <a:solidFill>
                  <a:srgbClr val="000000"/>
                </a:solidFill>
                <a:latin typeface="Calibri"/>
                <a:ea typeface="Calibri"/>
                <a:cs typeface="Calibri"/>
              </a:rPr>
              <a:t>: ROUGE, BLEU, METEOR</a:t>
            </a:r>
            <a:endParaRPr lang="en-US">
              <a:ea typeface="Meiryo"/>
            </a:endParaRPr>
          </a:p>
          <a:p>
            <a:pPr>
              <a:buFont typeface="Arial" panose="020B0503020204020204" pitchFamily="34" charset="0"/>
              <a:buChar char="•"/>
            </a:pPr>
            <a:r>
              <a:rPr lang="en-US" sz="2700" dirty="0">
                <a:solidFill>
                  <a:srgbClr val="000000"/>
                </a:solidFill>
                <a:latin typeface="Calibri"/>
                <a:ea typeface="Calibri"/>
                <a:cs typeface="Calibri"/>
              </a:rPr>
              <a:t> Focus on word overlap, not meaning</a:t>
            </a:r>
            <a:endParaRPr lang="en-US"/>
          </a:p>
          <a:p>
            <a:pPr>
              <a:buFont typeface="Arial" panose="020B0503020204020204" pitchFamily="34" charset="0"/>
              <a:buChar char="•"/>
            </a:pPr>
            <a:r>
              <a:rPr lang="en-US" sz="2700" dirty="0">
                <a:solidFill>
                  <a:srgbClr val="000000"/>
                </a:solidFill>
                <a:latin typeface="Calibri"/>
                <a:ea typeface="Calibri"/>
                <a:cs typeface="Calibri"/>
              </a:rPr>
              <a:t> Poor alignment with clinical relevance</a:t>
            </a:r>
            <a:endParaRPr lang="en-US"/>
          </a:p>
          <a:p>
            <a:r>
              <a:rPr lang="en-US" sz="2700" dirty="0">
                <a:latin typeface="Arial"/>
                <a:ea typeface="Meiryo"/>
                <a:cs typeface="Arial"/>
              </a:rPr>
              <a:t>•</a:t>
            </a:r>
            <a:r>
              <a:rPr lang="en-US" sz="2700" dirty="0">
                <a:solidFill>
                  <a:srgbClr val="404040"/>
                </a:solidFill>
                <a:latin typeface="Arial"/>
                <a:ea typeface="Meiryo"/>
                <a:cs typeface="Arial"/>
              </a:rPr>
              <a:t> </a:t>
            </a:r>
            <a:r>
              <a:rPr lang="en-US" sz="2700" b="1" dirty="0">
                <a:solidFill>
                  <a:srgbClr val="000000"/>
                </a:solidFill>
                <a:latin typeface="Calibri"/>
                <a:ea typeface="Calibri"/>
                <a:cs typeface="Calibri"/>
              </a:rPr>
              <a:t>Limitations</a:t>
            </a:r>
            <a:r>
              <a:rPr lang="en-US" sz="2700" dirty="0">
                <a:solidFill>
                  <a:srgbClr val="000000"/>
                </a:solidFill>
                <a:latin typeface="Calibri"/>
                <a:ea typeface="Calibri"/>
                <a:cs typeface="Calibri"/>
              </a:rPr>
              <a:t>:</a:t>
            </a:r>
            <a:endParaRPr lang="en-US" dirty="0">
              <a:ea typeface="Meiryo"/>
            </a:endParaRPr>
          </a:p>
          <a:p>
            <a:r>
              <a:rPr lang="en-US" sz="2700" dirty="0">
                <a:solidFill>
                  <a:srgbClr val="000000"/>
                </a:solidFill>
                <a:latin typeface="Calibri"/>
                <a:ea typeface="Calibri"/>
                <a:cs typeface="Calibri"/>
              </a:rPr>
              <a:t>  - Miss context and logical flow</a:t>
            </a:r>
            <a:endParaRPr lang="en-US" dirty="0">
              <a:ea typeface="Meiryo"/>
            </a:endParaRPr>
          </a:p>
          <a:p>
            <a:r>
              <a:rPr lang="en-US" sz="2700" dirty="0">
                <a:solidFill>
                  <a:srgbClr val="000000"/>
                </a:solidFill>
                <a:latin typeface="Calibri"/>
                <a:ea typeface="Calibri"/>
                <a:cs typeface="Calibri"/>
              </a:rPr>
              <a:t>  - Fail to capture medical accuracy</a:t>
            </a:r>
            <a:endParaRPr lang="en-US" dirty="0">
              <a:ea typeface="Meiryo"/>
            </a:endParaRPr>
          </a:p>
          <a:p>
            <a:pPr>
              <a:buFont typeface="Arial" panose="020B0503020204020204" pitchFamily="34" charset="0"/>
              <a:buChar char="•"/>
            </a:pPr>
            <a:r>
              <a:rPr lang="en-US" sz="2700" dirty="0">
                <a:solidFill>
                  <a:srgbClr val="000000"/>
                </a:solidFill>
                <a:latin typeface="Calibri"/>
                <a:ea typeface="Calibri"/>
                <a:cs typeface="Calibri"/>
              </a:rPr>
              <a:t> </a:t>
            </a:r>
            <a:r>
              <a:rPr lang="en-US" sz="2700" b="1" dirty="0">
                <a:solidFill>
                  <a:srgbClr val="000000"/>
                </a:solidFill>
                <a:latin typeface="Calibri"/>
                <a:ea typeface="Calibri"/>
                <a:cs typeface="Calibri"/>
              </a:rPr>
              <a:t>G-Eval Approach</a:t>
            </a:r>
            <a:r>
              <a:rPr lang="en-US" sz="2700" dirty="0">
                <a:solidFill>
                  <a:srgbClr val="000000"/>
                </a:solidFill>
                <a:latin typeface="Calibri"/>
                <a:ea typeface="Calibri"/>
                <a:cs typeface="Calibri"/>
              </a:rPr>
              <a:t>:</a:t>
            </a:r>
            <a:endParaRPr lang="en-US" dirty="0"/>
          </a:p>
          <a:p>
            <a:r>
              <a:rPr lang="en-US" sz="2700" dirty="0">
                <a:solidFill>
                  <a:srgbClr val="000000"/>
                </a:solidFill>
                <a:latin typeface="Calibri"/>
                <a:ea typeface="Calibri"/>
                <a:cs typeface="Calibri"/>
              </a:rPr>
              <a:t> - GPT-4 with Chain-of-Thought (</a:t>
            </a:r>
            <a:r>
              <a:rPr lang="en-US" sz="2700" dirty="0" err="1">
                <a:solidFill>
                  <a:srgbClr val="000000"/>
                </a:solidFill>
                <a:latin typeface="Calibri"/>
                <a:ea typeface="Calibri"/>
                <a:cs typeface="Calibri"/>
              </a:rPr>
              <a:t>CoT</a:t>
            </a:r>
            <a:r>
              <a:rPr lang="en-US" sz="2700" dirty="0">
                <a:solidFill>
                  <a:srgbClr val="000000"/>
                </a:solidFill>
                <a:latin typeface="Calibri"/>
                <a:ea typeface="Calibri"/>
                <a:cs typeface="Calibri"/>
              </a:rPr>
              <a:t>) prompting</a:t>
            </a:r>
            <a:endParaRPr lang="en-US">
              <a:solidFill>
                <a:srgbClr val="404040"/>
              </a:solidFill>
              <a:latin typeface="Meiryo"/>
              <a:ea typeface="Meiryo"/>
              <a:cs typeface="Calibri"/>
            </a:endParaRPr>
          </a:p>
          <a:p>
            <a:r>
              <a:rPr lang="en-US" sz="2700" dirty="0">
                <a:solidFill>
                  <a:srgbClr val="000000"/>
                </a:solidFill>
                <a:latin typeface="Calibri"/>
                <a:ea typeface="Calibri"/>
                <a:cs typeface="Calibri"/>
              </a:rPr>
              <a:t> - Evaluates based on clarity, correctness, completeness</a:t>
            </a:r>
            <a:endParaRPr lang="en-US">
              <a:ea typeface="Meiryo"/>
            </a:endParaRPr>
          </a:p>
          <a:p>
            <a:r>
              <a:rPr lang="en-US" sz="2700" dirty="0">
                <a:solidFill>
                  <a:srgbClr val="000000"/>
                </a:solidFill>
                <a:latin typeface="Calibri"/>
                <a:ea typeface="Calibri"/>
                <a:cs typeface="Calibri"/>
              </a:rPr>
              <a:t> - Closer to human judgment</a:t>
            </a:r>
            <a:endParaRPr lang="en-US" dirty="0">
              <a:ea typeface="Meiryo"/>
            </a:endParaRPr>
          </a:p>
          <a:p>
            <a:pPr marL="285750" indent="-285750">
              <a:buFont typeface="Arial" panose="020B0503020204020204" pitchFamily="34" charset="0"/>
              <a:buChar char="•"/>
            </a:pPr>
            <a:endParaRPr lang="en-US">
              <a:ea typeface="Meiryo"/>
            </a:endParaRPr>
          </a:p>
        </p:txBody>
      </p:sp>
    </p:spTree>
    <p:extLst>
      <p:ext uri="{BB962C8B-B14F-4D97-AF65-F5344CB8AC3E}">
        <p14:creationId xmlns:p14="http://schemas.microsoft.com/office/powerpoint/2010/main" val="2517144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E7EC4-B586-94E7-8CB1-920F067BFBBB}"/>
              </a:ext>
            </a:extLst>
          </p:cNvPr>
          <p:cNvSpPr>
            <a:spLocks noGrp="1"/>
          </p:cNvSpPr>
          <p:nvPr>
            <p:ph type="title"/>
          </p:nvPr>
        </p:nvSpPr>
        <p:spPr/>
        <p:txBody>
          <a:bodyPr/>
          <a:lstStyle/>
          <a:p>
            <a:r>
              <a:rPr lang="en-GB" dirty="0">
                <a:ea typeface="Meiryo"/>
              </a:rPr>
              <a:t>Proposed Methods</a:t>
            </a:r>
            <a:endParaRPr lang="en-GB" dirty="0"/>
          </a:p>
        </p:txBody>
      </p:sp>
      <p:sp>
        <p:nvSpPr>
          <p:cNvPr id="3" name="Content Placeholder 2">
            <a:extLst>
              <a:ext uri="{FF2B5EF4-FFF2-40B4-BE49-F238E27FC236}">
                <a16:creationId xmlns:a16="http://schemas.microsoft.com/office/drawing/2014/main" id="{7D96BF2D-B852-CD74-9287-F5D837DF40BA}"/>
              </a:ext>
            </a:extLst>
          </p:cNvPr>
          <p:cNvSpPr>
            <a:spLocks noGrp="1"/>
          </p:cNvSpPr>
          <p:nvPr>
            <p:ph idx="1"/>
          </p:nvPr>
        </p:nvSpPr>
        <p:spPr>
          <a:xfrm>
            <a:off x="1920240" y="2312276"/>
            <a:ext cx="8770571" cy="4342948"/>
          </a:xfrm>
        </p:spPr>
        <p:txBody>
          <a:bodyPr vert="horz" lIns="109728" tIns="109728" rIns="109728" bIns="91440" rtlCol="0" anchor="t">
            <a:normAutofit fontScale="70000" lnSpcReduction="20000"/>
          </a:bodyPr>
          <a:lstStyle/>
          <a:p>
            <a:r>
              <a:rPr lang="en-GB" b="1" dirty="0">
                <a:ea typeface="+mn-lt"/>
                <a:cs typeface="+mn-lt"/>
              </a:rPr>
              <a:t>Dataset</a:t>
            </a:r>
            <a:r>
              <a:rPr lang="en-GB" dirty="0">
                <a:ea typeface="+mn-lt"/>
                <a:cs typeface="+mn-lt"/>
              </a:rPr>
              <a:t>: MIMIC-III (Electronic Health Records from ICU patients)</a:t>
            </a:r>
            <a:endParaRPr lang="en-US" dirty="0">
              <a:ea typeface="Meiryo"/>
            </a:endParaRPr>
          </a:p>
          <a:p>
            <a:r>
              <a:rPr lang="en-GB" b="1" dirty="0">
                <a:ea typeface="+mn-lt"/>
                <a:cs typeface="+mn-lt"/>
              </a:rPr>
              <a:t>Preprocessing</a:t>
            </a:r>
            <a:r>
              <a:rPr lang="en-GB" dirty="0">
                <a:ea typeface="+mn-lt"/>
                <a:cs typeface="+mn-lt"/>
              </a:rPr>
              <a:t>:</a:t>
            </a:r>
            <a:endParaRPr lang="en-GB" dirty="0">
              <a:ea typeface="Meiryo"/>
            </a:endParaRPr>
          </a:p>
          <a:p>
            <a:pPr marL="285750" indent="-285750">
              <a:buFont typeface="Arial"/>
              <a:buChar char="•"/>
            </a:pPr>
            <a:r>
              <a:rPr lang="en-GB" dirty="0">
                <a:ea typeface="+mn-lt"/>
                <a:cs typeface="+mn-lt"/>
              </a:rPr>
              <a:t>Extracted key files: ADMISSIONS, DIAGNOSES_ICD, PROCEDURES, PATIENTS</a:t>
            </a:r>
            <a:endParaRPr lang="en-GB" dirty="0"/>
          </a:p>
          <a:p>
            <a:pPr marL="285750" indent="-285750">
              <a:buFont typeface="Arial"/>
              <a:buChar char="•"/>
            </a:pPr>
            <a:r>
              <a:rPr lang="en-GB" dirty="0">
                <a:ea typeface="+mn-lt"/>
                <a:cs typeface="+mn-lt"/>
              </a:rPr>
              <a:t>Filtered data by </a:t>
            </a:r>
            <a:r>
              <a:rPr lang="en-GB" dirty="0" err="1">
                <a:latin typeface="Consolas"/>
              </a:rPr>
              <a:t>subject_id</a:t>
            </a:r>
            <a:r>
              <a:rPr lang="en-GB" dirty="0">
                <a:ea typeface="+mn-lt"/>
                <a:cs typeface="+mn-lt"/>
              </a:rPr>
              <a:t> and </a:t>
            </a:r>
            <a:r>
              <a:rPr lang="en-GB" dirty="0" err="1">
                <a:latin typeface="Consolas"/>
              </a:rPr>
              <a:t>hadm_id</a:t>
            </a:r>
            <a:endParaRPr lang="en-GB" dirty="0" err="1"/>
          </a:p>
          <a:p>
            <a:pPr marL="285750" indent="-285750">
              <a:buFont typeface="Arial"/>
              <a:buChar char="•"/>
            </a:pPr>
            <a:r>
              <a:rPr lang="en-GB" dirty="0">
                <a:ea typeface="+mn-lt"/>
                <a:cs typeface="+mn-lt"/>
              </a:rPr>
              <a:t>Gathered ICD-9 codes and procedures for summarization input</a:t>
            </a:r>
            <a:endParaRPr lang="en-GB" dirty="0"/>
          </a:p>
          <a:p>
            <a:r>
              <a:rPr lang="en-GB" b="1" dirty="0">
                <a:ea typeface="+mn-lt"/>
                <a:cs typeface="+mn-lt"/>
              </a:rPr>
              <a:t>Summary Generation</a:t>
            </a:r>
            <a:r>
              <a:rPr lang="en-GB" dirty="0">
                <a:ea typeface="+mn-lt"/>
                <a:cs typeface="+mn-lt"/>
              </a:rPr>
              <a:t>:</a:t>
            </a:r>
            <a:endParaRPr lang="en-GB" dirty="0">
              <a:ea typeface="Meiryo"/>
            </a:endParaRPr>
          </a:p>
          <a:p>
            <a:pPr marL="285750" indent="-285750">
              <a:buFont typeface="Arial"/>
              <a:buChar char="•"/>
            </a:pPr>
            <a:r>
              <a:rPr lang="en-GB" dirty="0">
                <a:ea typeface="+mn-lt"/>
                <a:cs typeface="+mn-lt"/>
              </a:rPr>
              <a:t>Used </a:t>
            </a:r>
            <a:r>
              <a:rPr lang="en-GB" b="1" dirty="0">
                <a:ea typeface="+mn-lt"/>
                <a:cs typeface="+mn-lt"/>
              </a:rPr>
              <a:t>LLaMA-2</a:t>
            </a:r>
            <a:r>
              <a:rPr lang="en-GB" dirty="0">
                <a:ea typeface="+mn-lt"/>
                <a:cs typeface="+mn-lt"/>
              </a:rPr>
              <a:t> and </a:t>
            </a:r>
            <a:r>
              <a:rPr lang="en-GB" b="1" dirty="0">
                <a:ea typeface="+mn-lt"/>
                <a:cs typeface="+mn-lt"/>
              </a:rPr>
              <a:t>Mistral-7B</a:t>
            </a:r>
            <a:r>
              <a:rPr lang="en-GB" dirty="0">
                <a:ea typeface="+mn-lt"/>
                <a:cs typeface="+mn-lt"/>
              </a:rPr>
              <a:t> with structured prompts</a:t>
            </a:r>
            <a:endParaRPr lang="en-GB" dirty="0"/>
          </a:p>
          <a:p>
            <a:pPr marL="285750" indent="-285750">
              <a:buFont typeface="Arial"/>
              <a:buChar char="•"/>
            </a:pPr>
            <a:r>
              <a:rPr lang="en-GB" dirty="0">
                <a:ea typeface="+mn-lt"/>
                <a:cs typeface="+mn-lt"/>
              </a:rPr>
              <a:t>Included clinical sections like Chief Complaint, HPI, and Hospital Course</a:t>
            </a:r>
            <a:endParaRPr lang="en-GB" dirty="0"/>
          </a:p>
          <a:p>
            <a:r>
              <a:rPr lang="en-GB" b="1" dirty="0">
                <a:ea typeface="+mn-lt"/>
                <a:cs typeface="+mn-lt"/>
              </a:rPr>
              <a:t>Evaluation with G-Eval</a:t>
            </a:r>
            <a:r>
              <a:rPr lang="en-GB" dirty="0">
                <a:ea typeface="+mn-lt"/>
                <a:cs typeface="+mn-lt"/>
              </a:rPr>
              <a:t>:</a:t>
            </a:r>
            <a:endParaRPr lang="en-GB" dirty="0">
              <a:ea typeface="Meiryo"/>
            </a:endParaRPr>
          </a:p>
          <a:p>
            <a:pPr marL="285750" indent="-285750">
              <a:buFont typeface="Arial"/>
              <a:buChar char="•"/>
            </a:pPr>
            <a:r>
              <a:rPr lang="en-GB" dirty="0">
                <a:ea typeface="+mn-lt"/>
                <a:cs typeface="+mn-lt"/>
              </a:rPr>
              <a:t>Used </a:t>
            </a:r>
            <a:r>
              <a:rPr lang="en-GB" b="1" dirty="0">
                <a:ea typeface="+mn-lt"/>
                <a:cs typeface="+mn-lt"/>
              </a:rPr>
              <a:t>Chain-of-Thought (</a:t>
            </a:r>
            <a:r>
              <a:rPr lang="en-GB" b="1" dirty="0" err="1">
                <a:ea typeface="+mn-lt"/>
                <a:cs typeface="+mn-lt"/>
              </a:rPr>
              <a:t>CoT</a:t>
            </a:r>
            <a:r>
              <a:rPr lang="en-GB" b="1" dirty="0">
                <a:ea typeface="+mn-lt"/>
                <a:cs typeface="+mn-lt"/>
              </a:rPr>
              <a:t>)</a:t>
            </a:r>
            <a:r>
              <a:rPr lang="en-GB" dirty="0">
                <a:ea typeface="+mn-lt"/>
                <a:cs typeface="+mn-lt"/>
              </a:rPr>
              <a:t> prompts to guide LLM self-evaluation</a:t>
            </a:r>
            <a:endParaRPr lang="en-GB" dirty="0"/>
          </a:p>
          <a:p>
            <a:pPr marL="285750" indent="-285750">
              <a:buFont typeface="Arial"/>
              <a:buChar char="•"/>
            </a:pPr>
            <a:r>
              <a:rPr lang="en-GB" dirty="0">
                <a:ea typeface="+mn-lt"/>
                <a:cs typeface="+mn-lt"/>
              </a:rPr>
              <a:t>Evaluated summaries on: Clinical Accuracy, Completeness, Readability, Actionability</a:t>
            </a:r>
            <a:endParaRPr lang="en-GB" dirty="0"/>
          </a:p>
          <a:p>
            <a:pPr marL="285750" indent="-285750">
              <a:buFont typeface="Arial"/>
              <a:buChar char="•"/>
            </a:pPr>
            <a:r>
              <a:rPr lang="en-GB" dirty="0">
                <a:ea typeface="+mn-lt"/>
                <a:cs typeface="+mn-lt"/>
              </a:rPr>
              <a:t>Scoring: 0–10 with justification for each dimension</a:t>
            </a:r>
            <a:endParaRPr lang="en-GB" dirty="0"/>
          </a:p>
          <a:p>
            <a:endParaRPr lang="en-GB">
              <a:ea typeface="Meiryo"/>
            </a:endParaRPr>
          </a:p>
        </p:txBody>
      </p:sp>
    </p:spTree>
    <p:extLst>
      <p:ext uri="{BB962C8B-B14F-4D97-AF65-F5344CB8AC3E}">
        <p14:creationId xmlns:p14="http://schemas.microsoft.com/office/powerpoint/2010/main" val="1310669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6CB75-E9B3-4881-F80A-FCFA963787AD}"/>
              </a:ext>
            </a:extLst>
          </p:cNvPr>
          <p:cNvSpPr>
            <a:spLocks noGrp="1"/>
          </p:cNvSpPr>
          <p:nvPr>
            <p:ph type="title"/>
          </p:nvPr>
        </p:nvSpPr>
        <p:spPr/>
        <p:txBody>
          <a:bodyPr/>
          <a:lstStyle/>
          <a:p>
            <a:r>
              <a:rPr lang="en-GB">
                <a:ea typeface="Meiryo"/>
              </a:rPr>
              <a:t>Hypothesis</a:t>
            </a:r>
            <a:endParaRPr lang="en-GB"/>
          </a:p>
        </p:txBody>
      </p:sp>
      <p:sp>
        <p:nvSpPr>
          <p:cNvPr id="3" name="Content Placeholder 2">
            <a:extLst>
              <a:ext uri="{FF2B5EF4-FFF2-40B4-BE49-F238E27FC236}">
                <a16:creationId xmlns:a16="http://schemas.microsoft.com/office/drawing/2014/main" id="{D7E16440-B268-CCBA-F13D-490A882D3031}"/>
              </a:ext>
            </a:extLst>
          </p:cNvPr>
          <p:cNvSpPr>
            <a:spLocks noGrp="1"/>
          </p:cNvSpPr>
          <p:nvPr>
            <p:ph idx="1"/>
          </p:nvPr>
        </p:nvSpPr>
        <p:spPr/>
        <p:txBody>
          <a:bodyPr vert="horz" lIns="109728" tIns="109728" rIns="109728" bIns="91440" rtlCol="0" anchor="t">
            <a:normAutofit/>
          </a:bodyPr>
          <a:lstStyle/>
          <a:p>
            <a:r>
              <a:rPr lang="en-GB" sz="1300">
                <a:ea typeface="+mn-lt"/>
                <a:cs typeface="+mn-lt"/>
              </a:rPr>
              <a:t>1. To evaluate </a:t>
            </a:r>
            <a:r>
              <a:rPr lang="en-GB" sz="1300" err="1">
                <a:ea typeface="+mn-lt"/>
                <a:cs typeface="+mn-lt"/>
              </a:rPr>
              <a:t>MedEval</a:t>
            </a:r>
            <a:r>
              <a:rPr lang="en-GB" sz="1300">
                <a:ea typeface="+mn-lt"/>
                <a:cs typeface="+mn-lt"/>
              </a:rPr>
              <a:t> for its performance in estimating clinical text summarization.</a:t>
            </a:r>
            <a:br>
              <a:rPr lang="en-GB" sz="1300">
                <a:ea typeface="+mn-lt"/>
                <a:cs typeface="+mn-lt"/>
              </a:rPr>
            </a:br>
            <a:r>
              <a:rPr lang="en-GB" sz="1300">
                <a:ea typeface="+mn-lt"/>
                <a:cs typeface="+mn-lt"/>
              </a:rPr>
              <a:t>2. To compare performance of Mistral 7B, Llama 7B using </a:t>
            </a:r>
            <a:r>
              <a:rPr lang="en-GB" sz="1300" err="1">
                <a:ea typeface="+mn-lt"/>
                <a:cs typeface="+mn-lt"/>
              </a:rPr>
              <a:t>MedEval</a:t>
            </a:r>
            <a:r>
              <a:rPr lang="en-GB" sz="1300">
                <a:ea typeface="+mn-lt"/>
                <a:cs typeface="+mn-lt"/>
              </a:rPr>
              <a:t>.</a:t>
            </a:r>
            <a:br>
              <a:rPr lang="en-GB" sz="1300">
                <a:ea typeface="+mn-lt"/>
                <a:cs typeface="+mn-lt"/>
              </a:rPr>
            </a:br>
            <a:r>
              <a:rPr lang="en-GB" sz="1300">
                <a:ea typeface="+mn-lt"/>
                <a:cs typeface="+mn-lt"/>
              </a:rPr>
              <a:t>3. To make recommendations for improving evaluation frameworks for use in clinical</a:t>
            </a:r>
            <a:br>
              <a:rPr lang="en-GB" sz="1300">
                <a:ea typeface="+mn-lt"/>
                <a:cs typeface="+mn-lt"/>
              </a:rPr>
            </a:br>
            <a:r>
              <a:rPr lang="en-GB" sz="1300">
                <a:ea typeface="+mn-lt"/>
                <a:cs typeface="+mn-lt"/>
              </a:rPr>
              <a:t>NLP. </a:t>
            </a:r>
            <a:endParaRPr lang="en-US"/>
          </a:p>
        </p:txBody>
      </p:sp>
    </p:spTree>
    <p:extLst>
      <p:ext uri="{BB962C8B-B14F-4D97-AF65-F5344CB8AC3E}">
        <p14:creationId xmlns:p14="http://schemas.microsoft.com/office/powerpoint/2010/main" val="855451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FFAAC-E440-6557-05EA-CBE6C4891E86}"/>
              </a:ext>
            </a:extLst>
          </p:cNvPr>
          <p:cNvSpPr>
            <a:spLocks noGrp="1"/>
          </p:cNvSpPr>
          <p:nvPr>
            <p:ph type="title"/>
          </p:nvPr>
        </p:nvSpPr>
        <p:spPr/>
        <p:txBody>
          <a:bodyPr/>
          <a:lstStyle/>
          <a:p>
            <a:r>
              <a:rPr lang="en-US"/>
              <a:t>System Architecture</a:t>
            </a:r>
          </a:p>
        </p:txBody>
      </p:sp>
      <p:pic>
        <p:nvPicPr>
          <p:cNvPr id="6" name="Content Placeholder 5">
            <a:extLst>
              <a:ext uri="{FF2B5EF4-FFF2-40B4-BE49-F238E27FC236}">
                <a16:creationId xmlns:a16="http://schemas.microsoft.com/office/drawing/2014/main" id="{D9FC5861-E2E2-6F6D-CB82-BFEBA7B74B34}"/>
              </a:ext>
            </a:extLst>
          </p:cNvPr>
          <p:cNvPicPr>
            <a:picLocks noGrp="1" noChangeAspect="1"/>
          </p:cNvPicPr>
          <p:nvPr>
            <p:ph idx="1"/>
          </p:nvPr>
        </p:nvPicPr>
        <p:blipFill>
          <a:blip r:embed="rId2"/>
          <a:stretch>
            <a:fillRect/>
          </a:stretch>
        </p:blipFill>
        <p:spPr>
          <a:xfrm>
            <a:off x="2729599" y="2479676"/>
            <a:ext cx="7163806" cy="3901281"/>
          </a:xfrm>
          <a:prstGeom prst="rect">
            <a:avLst/>
          </a:prstGeom>
        </p:spPr>
      </p:pic>
    </p:spTree>
    <p:extLst>
      <p:ext uri="{BB962C8B-B14F-4D97-AF65-F5344CB8AC3E}">
        <p14:creationId xmlns:p14="http://schemas.microsoft.com/office/powerpoint/2010/main" val="2047720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1905D-E5CB-6006-8E92-9F66E37EE044}"/>
              </a:ext>
            </a:extLst>
          </p:cNvPr>
          <p:cNvSpPr>
            <a:spLocks noGrp="1"/>
          </p:cNvSpPr>
          <p:nvPr>
            <p:ph type="title"/>
          </p:nvPr>
        </p:nvSpPr>
        <p:spPr/>
        <p:txBody>
          <a:bodyPr/>
          <a:lstStyle/>
          <a:p>
            <a:r>
              <a:rPr lang="en-GB">
                <a:ea typeface="Meiryo"/>
              </a:rPr>
              <a:t>Code</a:t>
            </a:r>
            <a:endParaRPr lang="en-GB"/>
          </a:p>
        </p:txBody>
      </p:sp>
      <p:sp>
        <p:nvSpPr>
          <p:cNvPr id="3" name="Content Placeholder 2">
            <a:extLst>
              <a:ext uri="{FF2B5EF4-FFF2-40B4-BE49-F238E27FC236}">
                <a16:creationId xmlns:a16="http://schemas.microsoft.com/office/drawing/2014/main" id="{1E351A9A-9820-5697-317E-0C1923944611}"/>
              </a:ext>
            </a:extLst>
          </p:cNvPr>
          <p:cNvSpPr>
            <a:spLocks noGrp="1"/>
          </p:cNvSpPr>
          <p:nvPr>
            <p:ph idx="1"/>
          </p:nvPr>
        </p:nvSpPr>
        <p:spPr/>
        <p:txBody>
          <a:bodyPr vert="horz" lIns="109728" tIns="109728" rIns="109728" bIns="91440" rtlCol="0" anchor="t">
            <a:normAutofit/>
          </a:bodyPr>
          <a:lstStyle/>
          <a:p>
            <a:r>
              <a:rPr lang="en-GB">
                <a:ea typeface="Meiryo"/>
              </a:rPr>
              <a:t>Switch to </a:t>
            </a:r>
            <a:r>
              <a:rPr lang="en-GB" err="1">
                <a:ea typeface="Meiryo"/>
              </a:rPr>
              <a:t>Jupyter</a:t>
            </a:r>
            <a:r>
              <a:rPr lang="en-GB">
                <a:ea typeface="Meiryo"/>
              </a:rPr>
              <a:t> notebook.</a:t>
            </a:r>
            <a:endParaRPr lang="en-GB"/>
          </a:p>
        </p:txBody>
      </p:sp>
    </p:spTree>
    <p:extLst>
      <p:ext uri="{BB962C8B-B14F-4D97-AF65-F5344CB8AC3E}">
        <p14:creationId xmlns:p14="http://schemas.microsoft.com/office/powerpoint/2010/main" val="3225847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A32A2-96F8-6E3F-4CAD-F9D65E5D7E86}"/>
              </a:ext>
            </a:extLst>
          </p:cNvPr>
          <p:cNvSpPr>
            <a:spLocks noGrp="1"/>
          </p:cNvSpPr>
          <p:nvPr>
            <p:ph type="title"/>
          </p:nvPr>
        </p:nvSpPr>
        <p:spPr/>
        <p:txBody>
          <a:bodyPr/>
          <a:lstStyle/>
          <a:p>
            <a:r>
              <a:rPr lang="en-GB">
                <a:ea typeface="Meiryo"/>
              </a:rPr>
              <a:t>Contributions</a:t>
            </a:r>
            <a:endParaRPr lang="en-GB"/>
          </a:p>
        </p:txBody>
      </p:sp>
      <p:sp>
        <p:nvSpPr>
          <p:cNvPr id="3" name="Content Placeholder 2">
            <a:extLst>
              <a:ext uri="{FF2B5EF4-FFF2-40B4-BE49-F238E27FC236}">
                <a16:creationId xmlns:a16="http://schemas.microsoft.com/office/drawing/2014/main" id="{AB355793-6A6A-41FF-5005-D06091A13F3C}"/>
              </a:ext>
            </a:extLst>
          </p:cNvPr>
          <p:cNvSpPr>
            <a:spLocks noGrp="1"/>
          </p:cNvSpPr>
          <p:nvPr>
            <p:ph idx="1"/>
          </p:nvPr>
        </p:nvSpPr>
        <p:spPr>
          <a:xfrm>
            <a:off x="1521381" y="2014620"/>
            <a:ext cx="10032632" cy="4395644"/>
          </a:xfrm>
        </p:spPr>
        <p:txBody>
          <a:bodyPr vert="horz" lIns="109728" tIns="109728" rIns="109728" bIns="91440" rtlCol="0" anchor="t">
            <a:normAutofit/>
          </a:bodyPr>
          <a:lstStyle/>
          <a:p>
            <a:r>
              <a:rPr lang="en-GB" b="1">
                <a:ea typeface="Meiryo"/>
              </a:rPr>
              <a:t>Harini</a:t>
            </a:r>
            <a:r>
              <a:rPr lang="en-GB" dirty="0">
                <a:ea typeface="Meiryo"/>
              </a:rPr>
              <a:t>- </a:t>
            </a:r>
            <a:r>
              <a:rPr lang="en-GB" dirty="0">
                <a:ea typeface="+mn-lt"/>
                <a:cs typeface="+mn-lt"/>
              </a:rPr>
              <a:t>Conducted a thorough literature review and selected the base research paper to guide model development. Contributed to data collection efforts, ensuring data quality and relevance. Selected and contributed to coding and implementation of the LLaMA2 7B model using </a:t>
            </a:r>
            <a:r>
              <a:rPr lang="en-GB" dirty="0" err="1">
                <a:ea typeface="+mn-lt"/>
                <a:cs typeface="+mn-lt"/>
              </a:rPr>
              <a:t>Ollama</a:t>
            </a:r>
            <a:r>
              <a:rPr lang="en-GB" dirty="0">
                <a:ea typeface="+mn-lt"/>
                <a:cs typeface="+mn-lt"/>
              </a:rPr>
              <a:t> for optimal performance and relevance to project goals. Explored alternative models to compare performance.</a:t>
            </a:r>
            <a:endParaRPr lang="en-US" dirty="0">
              <a:ea typeface="+mn-lt"/>
              <a:cs typeface="+mn-lt"/>
            </a:endParaRPr>
          </a:p>
          <a:p>
            <a:r>
              <a:rPr lang="en-GB" b="1">
                <a:ea typeface="Meiryo"/>
              </a:rPr>
              <a:t>Akhila</a:t>
            </a:r>
            <a:r>
              <a:rPr lang="en-GB">
                <a:ea typeface="Meiryo"/>
              </a:rPr>
              <a:t>-Contributed to research phase in selecting models, Worked on implementing </a:t>
            </a:r>
            <a:r>
              <a:rPr lang="en-GB" err="1">
                <a:ea typeface="Meiryo"/>
              </a:rPr>
              <a:t>BioGPT</a:t>
            </a:r>
            <a:r>
              <a:rPr lang="en-GB">
                <a:ea typeface="Meiryo"/>
              </a:rPr>
              <a:t> and Clinical BERT for medical text summarization, addressing tokenization and input length challenges. Contributed on creating system architecture and documentation.</a:t>
            </a:r>
            <a:endParaRPr lang="en-GB" dirty="0">
              <a:ea typeface="Meiryo"/>
            </a:endParaRPr>
          </a:p>
          <a:p>
            <a:endParaRPr lang="en-GB" dirty="0">
              <a:ea typeface="Meiryo"/>
            </a:endParaRPr>
          </a:p>
          <a:p>
            <a:endParaRPr lang="en-GB">
              <a:ea typeface="Meiryo"/>
            </a:endParaRPr>
          </a:p>
        </p:txBody>
      </p:sp>
    </p:spTree>
    <p:extLst>
      <p:ext uri="{BB962C8B-B14F-4D97-AF65-F5344CB8AC3E}">
        <p14:creationId xmlns:p14="http://schemas.microsoft.com/office/powerpoint/2010/main" val="1529157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F439F-24D6-2D57-ECDF-320545742E05}"/>
              </a:ext>
            </a:extLst>
          </p:cNvPr>
          <p:cNvSpPr>
            <a:spLocks noGrp="1"/>
          </p:cNvSpPr>
          <p:nvPr>
            <p:ph type="title"/>
          </p:nvPr>
        </p:nvSpPr>
        <p:spPr/>
        <p:txBody>
          <a:bodyPr/>
          <a:lstStyle/>
          <a:p>
            <a:r>
              <a:rPr lang="en-US">
                <a:ea typeface="Meiryo"/>
              </a:rPr>
              <a:t>Contributions</a:t>
            </a:r>
          </a:p>
        </p:txBody>
      </p:sp>
      <p:sp>
        <p:nvSpPr>
          <p:cNvPr id="3" name="Content Placeholder 2">
            <a:extLst>
              <a:ext uri="{FF2B5EF4-FFF2-40B4-BE49-F238E27FC236}">
                <a16:creationId xmlns:a16="http://schemas.microsoft.com/office/drawing/2014/main" id="{0F9716F4-3B3C-09F4-319C-039150ABD522}"/>
              </a:ext>
            </a:extLst>
          </p:cNvPr>
          <p:cNvSpPr>
            <a:spLocks noGrp="1"/>
          </p:cNvSpPr>
          <p:nvPr>
            <p:ph idx="1"/>
          </p:nvPr>
        </p:nvSpPr>
        <p:spPr>
          <a:xfrm>
            <a:off x="1158241" y="2312276"/>
            <a:ext cx="10596494" cy="4103941"/>
          </a:xfrm>
        </p:spPr>
        <p:txBody>
          <a:bodyPr vert="horz" lIns="109728" tIns="109728" rIns="109728" bIns="91440" rtlCol="0" anchor="t">
            <a:noAutofit/>
          </a:bodyPr>
          <a:lstStyle/>
          <a:p>
            <a:pPr algn="just"/>
            <a:r>
              <a:rPr lang="en-GB" sz="1400" b="1">
                <a:ea typeface="Meiryo"/>
              </a:rPr>
              <a:t>Drashti </a:t>
            </a:r>
            <a:r>
              <a:rPr lang="en-GB" sz="1400">
                <a:ea typeface="Meiryo"/>
              </a:rPr>
              <a:t>- Led the implementation of the Mistral-7B model for clinical text summarization, focusing on crafting effective prompts and generating high-quality discharge summaries. Conducted thorough performance analysis using G-Eval metrics to evaluate clarity, completeness, and correctness of the outputs. Also explored alternative models like Google Flan, which generated summaries that lacked clinical precision and failed to return evaluation metrics, leading to its exclusion. Additionally contributed to documentation, interpretation of results, and model refinements based on statistical insights to support the final evaluation pipeline.</a:t>
            </a:r>
            <a:endParaRPr lang="en-US" sz="1400">
              <a:solidFill>
                <a:srgbClr val="000000"/>
              </a:solidFill>
              <a:ea typeface="Meiryo"/>
            </a:endParaRPr>
          </a:p>
          <a:p>
            <a:pPr algn="just"/>
            <a:endParaRPr lang="en-GB" sz="1400">
              <a:ea typeface="Meiryo"/>
            </a:endParaRPr>
          </a:p>
          <a:p>
            <a:r>
              <a:rPr lang="en-GB" sz="1400" b="1">
                <a:ea typeface="Meiryo"/>
              </a:rPr>
              <a:t>Anjali</a:t>
            </a:r>
            <a:r>
              <a:rPr lang="en-GB" sz="1400">
                <a:ea typeface="Meiryo"/>
              </a:rPr>
              <a:t>- </a:t>
            </a:r>
            <a:r>
              <a:rPr lang="en-GB" sz="1400">
                <a:ea typeface="+mn-lt"/>
                <a:cs typeface="+mn-lt"/>
              </a:rPr>
              <a:t>Actively contributed to research and design by reviewing literature and identifying suitable methodologies. Assisted with data preprocessing to structure clinical records for model. Collaborated on Mistral-7B implementation, focusing on prompt engineering and tuning. Explored alternative models like </a:t>
            </a:r>
            <a:r>
              <a:rPr lang="en-GB" sz="1400" err="1">
                <a:ea typeface="+mn-lt"/>
                <a:cs typeface="+mn-lt"/>
              </a:rPr>
              <a:t>ClinicalBERT</a:t>
            </a:r>
            <a:r>
              <a:rPr lang="en-GB" sz="1400">
                <a:ea typeface="+mn-lt"/>
                <a:cs typeface="+mn-lt"/>
              </a:rPr>
              <a:t> and T5, though limited by token constraints. Supported evaluation using G-Eval and helped refine both summaries and evaluation workflow.</a:t>
            </a:r>
          </a:p>
          <a:p>
            <a:endParaRPr lang="en-GB" sz="1050">
              <a:ea typeface="+mn-lt"/>
              <a:cs typeface="+mn-lt"/>
            </a:endParaRPr>
          </a:p>
          <a:p>
            <a:endParaRPr lang="en-GB"/>
          </a:p>
          <a:p>
            <a:endParaRPr lang="en-GB">
              <a:ea typeface="Meiryo"/>
            </a:endParaRPr>
          </a:p>
          <a:p>
            <a:endParaRPr lang="en-US">
              <a:ea typeface="Meiryo"/>
            </a:endParaRPr>
          </a:p>
        </p:txBody>
      </p:sp>
    </p:spTree>
    <p:extLst>
      <p:ext uri="{BB962C8B-B14F-4D97-AF65-F5344CB8AC3E}">
        <p14:creationId xmlns:p14="http://schemas.microsoft.com/office/powerpoint/2010/main" val="4075481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93BA-0DC5-D800-A69D-5981A3E60016}"/>
              </a:ext>
            </a:extLst>
          </p:cNvPr>
          <p:cNvSpPr>
            <a:spLocks noGrp="1"/>
          </p:cNvSpPr>
          <p:nvPr>
            <p:ph type="title"/>
          </p:nvPr>
        </p:nvSpPr>
        <p:spPr/>
        <p:txBody>
          <a:bodyPr/>
          <a:lstStyle/>
          <a:p>
            <a:r>
              <a:rPr lang="en-GB">
                <a:ea typeface="Meiryo"/>
              </a:rPr>
              <a:t>Future Work</a:t>
            </a:r>
            <a:endParaRPr lang="en-GB"/>
          </a:p>
        </p:txBody>
      </p:sp>
      <p:sp>
        <p:nvSpPr>
          <p:cNvPr id="3" name="Content Placeholder 2">
            <a:extLst>
              <a:ext uri="{FF2B5EF4-FFF2-40B4-BE49-F238E27FC236}">
                <a16:creationId xmlns:a16="http://schemas.microsoft.com/office/drawing/2014/main" id="{AF6A1DAE-989F-2BBC-C278-B448AB1CBE51}"/>
              </a:ext>
            </a:extLst>
          </p:cNvPr>
          <p:cNvSpPr>
            <a:spLocks noGrp="1"/>
          </p:cNvSpPr>
          <p:nvPr>
            <p:ph idx="1"/>
          </p:nvPr>
        </p:nvSpPr>
        <p:spPr/>
        <p:txBody>
          <a:bodyPr vert="horz" lIns="109728" tIns="109728" rIns="109728" bIns="91440" rtlCol="0" anchor="t">
            <a:normAutofit/>
          </a:bodyPr>
          <a:lstStyle/>
          <a:p>
            <a:pPr marL="285750" indent="-285750">
              <a:buFont typeface="Arial" panose="020B0503020204020204" pitchFamily="34" charset="0"/>
              <a:buChar char="•"/>
            </a:pPr>
            <a:r>
              <a:rPr lang="en-GB">
                <a:ea typeface="Meiryo"/>
              </a:rPr>
              <a:t>Include probability scoring function on the scores generated</a:t>
            </a:r>
          </a:p>
          <a:p>
            <a:pPr marL="285750" indent="-285750">
              <a:buFont typeface="Arial" panose="020B0503020204020204" pitchFamily="34" charset="0"/>
              <a:buChar char="•"/>
            </a:pPr>
            <a:r>
              <a:rPr lang="en-GB">
                <a:ea typeface="Meiryo"/>
              </a:rPr>
              <a:t>Test MedEval on LLMs which are fine tuned for clinical summarization.</a:t>
            </a:r>
          </a:p>
          <a:p>
            <a:pPr marL="285750" indent="-285750">
              <a:buFont typeface="Arial" panose="020B0503020204020204" pitchFamily="34" charset="0"/>
              <a:buChar char="•"/>
            </a:pPr>
            <a:endParaRPr lang="en-GB">
              <a:ea typeface="Meiryo"/>
            </a:endParaRPr>
          </a:p>
        </p:txBody>
      </p:sp>
    </p:spTree>
    <p:extLst>
      <p:ext uri="{BB962C8B-B14F-4D97-AF65-F5344CB8AC3E}">
        <p14:creationId xmlns:p14="http://schemas.microsoft.com/office/powerpoint/2010/main" val="3395379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17C4B-64AA-04B2-0395-A7EC3B6CCC97}"/>
              </a:ext>
            </a:extLst>
          </p:cNvPr>
          <p:cNvSpPr>
            <a:spLocks noGrp="1"/>
          </p:cNvSpPr>
          <p:nvPr>
            <p:ph type="title"/>
          </p:nvPr>
        </p:nvSpPr>
        <p:spPr/>
        <p:txBody>
          <a:bodyPr/>
          <a:lstStyle/>
          <a:p>
            <a:r>
              <a:rPr lang="en-US" sz="4400" dirty="0">
                <a:ea typeface="Meiryo"/>
              </a:rPr>
              <a:t>References</a:t>
            </a:r>
            <a:endParaRPr lang="en-US" dirty="0"/>
          </a:p>
        </p:txBody>
      </p:sp>
      <p:sp>
        <p:nvSpPr>
          <p:cNvPr id="3" name="Content Placeholder 2">
            <a:extLst>
              <a:ext uri="{FF2B5EF4-FFF2-40B4-BE49-F238E27FC236}">
                <a16:creationId xmlns:a16="http://schemas.microsoft.com/office/drawing/2014/main" id="{4F8DB136-BC36-8CF3-A194-917C76D94B2A}"/>
              </a:ext>
            </a:extLst>
          </p:cNvPr>
          <p:cNvSpPr>
            <a:spLocks noGrp="1"/>
          </p:cNvSpPr>
          <p:nvPr>
            <p:ph idx="1"/>
          </p:nvPr>
        </p:nvSpPr>
        <p:spPr/>
        <p:txBody>
          <a:bodyPr vert="horz" lIns="109728" tIns="109728" rIns="109728" bIns="91440" rtlCol="0" anchor="t">
            <a:normAutofit/>
          </a:bodyPr>
          <a:lstStyle/>
          <a:p>
            <a:r>
              <a:rPr lang="en-GB" dirty="0">
                <a:solidFill>
                  <a:schemeClr val="tx1"/>
                </a:solidFill>
                <a:ea typeface="Meiryo"/>
              </a:rPr>
              <a:t>Liu, Y., Iter, D., Xu, Y., Wang, S., Xu, R., &amp; Zhu, C. (2023). G-eval: NLG evaluation using gpt-4 with better human alignment. </a:t>
            </a:r>
            <a:r>
              <a:rPr lang="en-GB" dirty="0" err="1">
                <a:solidFill>
                  <a:schemeClr val="tx1"/>
                </a:solidFill>
                <a:ea typeface="Meiryo"/>
              </a:rPr>
              <a:t>arXiv</a:t>
            </a:r>
            <a:r>
              <a:rPr lang="en-GB" dirty="0">
                <a:solidFill>
                  <a:schemeClr val="tx1"/>
                </a:solidFill>
                <a:ea typeface="Meiryo"/>
              </a:rPr>
              <a:t> preprint arXiv:2303.16634.</a:t>
            </a:r>
            <a:endParaRPr lang="en-US" dirty="0">
              <a:solidFill>
                <a:schemeClr val="tx1"/>
              </a:solidFill>
            </a:endParaRPr>
          </a:p>
        </p:txBody>
      </p:sp>
    </p:spTree>
    <p:extLst>
      <p:ext uri="{BB962C8B-B14F-4D97-AF65-F5344CB8AC3E}">
        <p14:creationId xmlns:p14="http://schemas.microsoft.com/office/powerpoint/2010/main" val="3603874227"/>
      </p:ext>
    </p:extLst>
  </p:cSld>
  <p:clrMapOvr>
    <a:masterClrMapping/>
  </p:clrMapOvr>
</p:sld>
</file>

<file path=ppt/theme/theme1.xml><?xml version="1.0" encoding="utf-8"?>
<a:theme xmlns:a="http://schemas.openxmlformats.org/drawingml/2006/main" name="SketchLinesVTI">
  <a:themeElements>
    <a:clrScheme name="SketchLines">
      <a:dk1>
        <a:sysClr val="windowText" lastClr="000000"/>
      </a:dk1>
      <a:lt1>
        <a:sysClr val="window" lastClr="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LinesVTI" id="{8C0B0F05-C8D0-4078-9615-83E590287484}" vid="{43A7BC57-C1E3-4EE6-BDBC-5422DD574AF2}"/>
    </a:ext>
  </a:extLst>
</a:theme>
</file>

<file path=docMetadata/LabelInfo.xml><?xml version="1.0" encoding="utf-8"?>
<clbl:labelList xmlns:clbl="http://schemas.microsoft.com/office/2020/mipLabelMetadata">
  <clbl:label id="{37f4b8a2-ad4f-41b5-9a91-284d2cc38f56}" enabled="1" method="Standard" siteId="{70de1992-07c6-480f-a318-a1afcba03983}"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0</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SketchLinesVTI</vt:lpstr>
      <vt:lpstr>MedEval: G-Eval for Clinical Summarization </vt:lpstr>
      <vt:lpstr>Introduction</vt:lpstr>
      <vt:lpstr>Base Paper</vt:lpstr>
      <vt:lpstr>Existing Methodology</vt:lpstr>
      <vt:lpstr>Proposed Methods</vt:lpstr>
      <vt:lpstr>Hypothesis</vt:lpstr>
      <vt:lpstr>System Architecture</vt:lpstr>
      <vt:lpstr>Code</vt:lpstr>
      <vt:lpstr>Contributions</vt:lpstr>
      <vt:lpstr>Contributions</vt:lpstr>
      <vt:lpstr>Future Work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Akhila Madanapati</dc:creator>
  <cp:revision>150</cp:revision>
  <dcterms:created xsi:type="dcterms:W3CDTF">2025-04-14T20:09:10Z</dcterms:created>
  <dcterms:modified xsi:type="dcterms:W3CDTF">2025-04-21T00:51:11Z</dcterms:modified>
</cp:coreProperties>
</file>